
<file path=[Content_Types].xml><?xml version="1.0" encoding="utf-8"?>
<Types xmlns="http://schemas.openxmlformats.org/package/2006/content-types">
  <Default Extension="glb" ContentType="model/gltf.binary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705" r:id="rId5"/>
  </p:sldMasterIdLst>
  <p:notesMasterIdLst>
    <p:notesMasterId r:id="rId24"/>
  </p:notesMasterIdLst>
  <p:handoutMasterIdLst>
    <p:handoutMasterId r:id="rId25"/>
  </p:handoutMasterIdLst>
  <p:sldIdLst>
    <p:sldId id="305" r:id="rId6"/>
    <p:sldId id="310" r:id="rId7"/>
    <p:sldId id="311" r:id="rId8"/>
    <p:sldId id="312" r:id="rId9"/>
    <p:sldId id="313" r:id="rId10"/>
    <p:sldId id="314" r:id="rId11"/>
    <p:sldId id="315" r:id="rId12"/>
    <p:sldId id="316" r:id="rId13"/>
    <p:sldId id="317" r:id="rId14"/>
    <p:sldId id="318" r:id="rId15"/>
    <p:sldId id="319" r:id="rId16"/>
    <p:sldId id="320" r:id="rId17"/>
    <p:sldId id="321" r:id="rId18"/>
    <p:sldId id="322" r:id="rId19"/>
    <p:sldId id="323" r:id="rId20"/>
    <p:sldId id="324" r:id="rId21"/>
    <p:sldId id="326" r:id="rId22"/>
    <p:sldId id="32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18BF9EE-5509-4598-A5A1-98A191DD35EB}">
          <p14:sldIdLst>
            <p14:sldId id="305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3"/>
            <p14:sldId id="324"/>
            <p14:sldId id="326"/>
            <p14:sldId id="328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3792" userDrawn="1">
          <p15:clr>
            <a:srgbClr val="A4A3A4"/>
          </p15:clr>
        </p15:guide>
        <p15:guide id="3" pos="528" userDrawn="1">
          <p15:clr>
            <a:srgbClr val="A4A3A4"/>
          </p15:clr>
        </p15:guide>
        <p15:guide id="4" pos="7128" userDrawn="1">
          <p15:clr>
            <a:srgbClr val="A4A3A4"/>
          </p15:clr>
        </p15:guide>
        <p15:guide id="5" orient="horz" pos="2808" userDrawn="1">
          <p15:clr>
            <a:srgbClr val="A4A3A4"/>
          </p15:clr>
        </p15:guide>
        <p15:guide id="6" pos="2976" userDrawn="1">
          <p15:clr>
            <a:srgbClr val="A4A3A4"/>
          </p15:clr>
        </p15:guide>
        <p15:guide id="7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8688F-BC76-43F9-8FA4-0FBE1E189E6F}" v="136" dt="2026-01-28T13:45:37.167"/>
  </p1510:revLst>
</p1510:revInfo>
</file>

<file path=ppt/tableStyles.xml><?xml version="1.0" encoding="utf-8"?>
<a:tblStyleLst xmlns:a="http://schemas.openxmlformats.org/drawingml/2006/main" def="{68D230F3-CF80-4859-8CE7-A43EE81993B5}"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82"/>
  </p:normalViewPr>
  <p:slideViewPr>
    <p:cSldViewPr snapToGrid="0">
      <p:cViewPr varScale="1">
        <p:scale>
          <a:sx n="78" d="100"/>
          <a:sy n="78" d="100"/>
        </p:scale>
        <p:origin x="878" y="-86"/>
      </p:cViewPr>
      <p:guideLst>
        <p:guide orient="horz" pos="3792"/>
        <p:guide pos="528"/>
        <p:guide pos="7128"/>
        <p:guide orient="horz" pos="2808"/>
        <p:guide pos="2976"/>
        <p:guide orient="horz" pos="9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notesMaster" Target="notesMasters/notesMaster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etpatel73176@outlook.com" userId="57720b48298d2760" providerId="LiveId" clId="{C70942AA-9B21-4039-9507-C212C191B771}"/>
    <pc:docChg chg="undo custSel addSld delSld modSld addMainMaster modMainMaster modSection modNotesMaster modHandout">
      <pc:chgData name="meetpatel73176@outlook.com" userId="57720b48298d2760" providerId="LiveId" clId="{C70942AA-9B21-4039-9507-C212C191B771}" dt="2026-01-29T04:54:13.044" v="675" actId="20577"/>
      <pc:docMkLst>
        <pc:docMk/>
      </pc:docMkLst>
      <pc:sldChg chg="delSp modSp mod">
        <pc:chgData name="meetpatel73176@outlook.com" userId="57720b48298d2760" providerId="LiveId" clId="{C70942AA-9B21-4039-9507-C212C191B771}" dt="2026-01-28T13:29:37.658" v="532" actId="1076"/>
        <pc:sldMkLst>
          <pc:docMk/>
          <pc:sldMk cId="422977043" sldId="310"/>
        </pc:sldMkLst>
        <pc:spChg chg="mod">
          <ac:chgData name="meetpatel73176@outlook.com" userId="57720b48298d2760" providerId="LiveId" clId="{C70942AA-9B21-4039-9507-C212C191B771}" dt="2026-01-28T13:29:10.509" v="529" actId="14100"/>
          <ac:spMkLst>
            <pc:docMk/>
            <pc:sldMk cId="422977043" sldId="310"/>
            <ac:spMk id="2" creationId="{01BBBC96-652F-46FD-DE3A-87A6671F4226}"/>
          </ac:spMkLst>
        </pc:spChg>
        <pc:spChg chg="mod">
          <ac:chgData name="meetpatel73176@outlook.com" userId="57720b48298d2760" providerId="LiveId" clId="{C70942AA-9B21-4039-9507-C212C191B771}" dt="2026-01-28T13:29:37.658" v="532" actId="1076"/>
          <ac:spMkLst>
            <pc:docMk/>
            <pc:sldMk cId="422977043" sldId="310"/>
            <ac:spMk id="8" creationId="{DF9FF03E-A488-574C-FDD0-D3EC3B3BEF1B}"/>
          </ac:spMkLst>
        </pc:spChg>
        <pc:spChg chg="mod">
          <ac:chgData name="meetpatel73176@outlook.com" userId="57720b48298d2760" providerId="LiveId" clId="{C70942AA-9B21-4039-9507-C212C191B771}" dt="2026-01-28T13:29:00.149" v="527" actId="14100"/>
          <ac:spMkLst>
            <pc:docMk/>
            <pc:sldMk cId="422977043" sldId="310"/>
            <ac:spMk id="12" creationId="{1A1A5AEE-1051-DE5E-C43A-1C0659A406FB}"/>
          </ac:spMkLst>
        </pc:spChg>
        <pc:spChg chg="mod">
          <ac:chgData name="meetpatel73176@outlook.com" userId="57720b48298d2760" providerId="LiveId" clId="{C70942AA-9B21-4039-9507-C212C191B771}" dt="2026-01-28T13:29:31.488" v="531" actId="1076"/>
          <ac:spMkLst>
            <pc:docMk/>
            <pc:sldMk cId="422977043" sldId="310"/>
            <ac:spMk id="13" creationId="{F70EE1A8-2DE3-BB3A-01D0-BC377E1ADE42}"/>
          </ac:spMkLst>
        </pc:spChg>
        <pc:spChg chg="mod">
          <ac:chgData name="meetpatel73176@outlook.com" userId="57720b48298d2760" providerId="LiveId" clId="{C70942AA-9B21-4039-9507-C212C191B771}" dt="2026-01-28T13:28:46.810" v="524" actId="1076"/>
          <ac:spMkLst>
            <pc:docMk/>
            <pc:sldMk cId="422977043" sldId="310"/>
            <ac:spMk id="15" creationId="{EFDD0B6C-71AC-5122-D91A-88A31C7984F0}"/>
          </ac:spMkLst>
        </pc:spChg>
        <pc:cxnChg chg="del">
          <ac:chgData name="meetpatel73176@outlook.com" userId="57720b48298d2760" providerId="LiveId" clId="{C70942AA-9B21-4039-9507-C212C191B771}" dt="2026-01-28T13:24:05.863" v="503" actId="478"/>
          <ac:cxnSpMkLst>
            <pc:docMk/>
            <pc:sldMk cId="422977043" sldId="310"/>
            <ac:cxnSpMk id="5" creationId="{EE81B2EF-AE23-B73D-F84E-EEA7D4082CF5}"/>
          </ac:cxnSpMkLst>
        </pc:cxnChg>
        <pc:cxnChg chg="del">
          <ac:chgData name="meetpatel73176@outlook.com" userId="57720b48298d2760" providerId="LiveId" clId="{C70942AA-9B21-4039-9507-C212C191B771}" dt="2026-01-28T13:28:33.770" v="522" actId="478"/>
          <ac:cxnSpMkLst>
            <pc:docMk/>
            <pc:sldMk cId="422977043" sldId="310"/>
            <ac:cxnSpMk id="9" creationId="{61856885-0C24-8976-B4C3-95A91D0C5BA5}"/>
          </ac:cxnSpMkLst>
        </pc:cxnChg>
      </pc:sldChg>
      <pc:sldChg chg="addSp delSp modSp add mod">
        <pc:chgData name="meetpatel73176@outlook.com" userId="57720b48298d2760" providerId="LiveId" clId="{C70942AA-9B21-4039-9507-C212C191B771}" dt="2026-01-28T13:32:53.205" v="549" actId="255"/>
        <pc:sldMkLst>
          <pc:docMk/>
          <pc:sldMk cId="2354953088" sldId="311"/>
        </pc:sldMkLst>
        <pc:spChg chg="add del mod">
          <ac:chgData name="meetpatel73176@outlook.com" userId="57720b48298d2760" providerId="LiveId" clId="{C70942AA-9B21-4039-9507-C212C191B771}" dt="2026-01-28T13:32:10.733" v="543" actId="1076"/>
          <ac:spMkLst>
            <pc:docMk/>
            <pc:sldMk cId="2354953088" sldId="311"/>
            <ac:spMk id="2" creationId="{98CECD24-C101-728F-6794-5EBFCC303452}"/>
          </ac:spMkLst>
        </pc:spChg>
        <pc:spChg chg="mod">
          <ac:chgData name="meetpatel73176@outlook.com" userId="57720b48298d2760" providerId="LiveId" clId="{C70942AA-9B21-4039-9507-C212C191B771}" dt="2026-01-27T12:05:44.164" v="16" actId="14100"/>
          <ac:spMkLst>
            <pc:docMk/>
            <pc:sldMk cId="2354953088" sldId="311"/>
            <ac:spMk id="8" creationId="{2C6DA87A-C991-DB5E-CA22-30A741C77D4C}"/>
          </ac:spMkLst>
        </pc:spChg>
        <pc:spChg chg="add del mod">
          <ac:chgData name="meetpatel73176@outlook.com" userId="57720b48298d2760" providerId="LiveId" clId="{C70942AA-9B21-4039-9507-C212C191B771}" dt="2026-01-28T13:32:53.205" v="549" actId="255"/>
          <ac:spMkLst>
            <pc:docMk/>
            <pc:sldMk cId="2354953088" sldId="311"/>
            <ac:spMk id="12" creationId="{1741D847-C6B6-CD22-C644-EDB637382E2B}"/>
          </ac:spMkLst>
        </pc:spChg>
        <pc:spChg chg="mod">
          <ac:chgData name="meetpatel73176@outlook.com" userId="57720b48298d2760" providerId="LiveId" clId="{C70942AA-9B21-4039-9507-C212C191B771}" dt="2026-01-27T12:02:47.414" v="7" actId="1076"/>
          <ac:spMkLst>
            <pc:docMk/>
            <pc:sldMk cId="2354953088" sldId="311"/>
            <ac:spMk id="13" creationId="{7279A9BC-624F-C482-CFFA-B4A9F1F53A81}"/>
          </ac:spMkLst>
        </pc:spChg>
        <pc:spChg chg="del mod">
          <ac:chgData name="meetpatel73176@outlook.com" userId="57720b48298d2760" providerId="LiveId" clId="{C70942AA-9B21-4039-9507-C212C191B771}" dt="2026-01-28T13:32:24.612" v="546" actId="478"/>
          <ac:spMkLst>
            <pc:docMk/>
            <pc:sldMk cId="2354953088" sldId="311"/>
            <ac:spMk id="15" creationId="{D8A00BC8-42F7-424C-7975-67F4CA87901F}"/>
          </ac:spMkLst>
        </pc:spChg>
        <pc:cxnChg chg="del">
          <ac:chgData name="meetpatel73176@outlook.com" userId="57720b48298d2760" providerId="LiveId" clId="{C70942AA-9B21-4039-9507-C212C191B771}" dt="2026-01-28T13:31:42.577" v="535" actId="478"/>
          <ac:cxnSpMkLst>
            <pc:docMk/>
            <pc:sldMk cId="2354953088" sldId="311"/>
            <ac:cxnSpMk id="5" creationId="{BFEC0A05-27A9-5450-BF93-A131939A3496}"/>
          </ac:cxnSpMkLst>
        </pc:cxnChg>
        <pc:cxnChg chg="del">
          <ac:chgData name="meetpatel73176@outlook.com" userId="57720b48298d2760" providerId="LiveId" clId="{C70942AA-9B21-4039-9507-C212C191B771}" dt="2026-01-28T13:31:39.124" v="534" actId="478"/>
          <ac:cxnSpMkLst>
            <pc:docMk/>
            <pc:sldMk cId="2354953088" sldId="311"/>
            <ac:cxnSpMk id="9" creationId="{583C2D88-A9F7-3213-2214-C756AE602C5C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0:46.790" v="604" actId="14100"/>
        <pc:sldMkLst>
          <pc:docMk/>
          <pc:sldMk cId="3821318410" sldId="312"/>
        </pc:sldMkLst>
        <pc:spChg chg="add del mod">
          <ac:chgData name="meetpatel73176@outlook.com" userId="57720b48298d2760" providerId="LiveId" clId="{C70942AA-9B21-4039-9507-C212C191B771}" dt="2026-01-28T13:40:46.790" v="604" actId="14100"/>
          <ac:spMkLst>
            <pc:docMk/>
            <pc:sldMk cId="3821318410" sldId="312"/>
            <ac:spMk id="2" creationId="{2F1E7EC9-866F-CDC0-76F7-080ACAEE29D9}"/>
          </ac:spMkLst>
        </pc:spChg>
        <pc:spChg chg="mod">
          <ac:chgData name="meetpatel73176@outlook.com" userId="57720b48298d2760" providerId="LiveId" clId="{C70942AA-9B21-4039-9507-C212C191B771}" dt="2026-01-28T13:40:22.663" v="598" actId="1076"/>
          <ac:spMkLst>
            <pc:docMk/>
            <pc:sldMk cId="3821318410" sldId="312"/>
            <ac:spMk id="12" creationId="{8BC3E446-8727-4994-98BE-E64B60F57C71}"/>
          </ac:spMkLst>
        </pc:spChg>
        <pc:spChg chg="del mod">
          <ac:chgData name="meetpatel73176@outlook.com" userId="57720b48298d2760" providerId="LiveId" clId="{C70942AA-9B21-4039-9507-C212C191B771}" dt="2026-01-28T13:40:00.423" v="593" actId="478"/>
          <ac:spMkLst>
            <pc:docMk/>
            <pc:sldMk cId="3821318410" sldId="312"/>
            <ac:spMk id="15" creationId="{F1753653-D9A8-9761-8C75-A6FFE5C55A3B}"/>
          </ac:spMkLst>
        </pc:spChg>
        <pc:picChg chg="add mod modCrop">
          <ac:chgData name="meetpatel73176@outlook.com" userId="57720b48298d2760" providerId="LiveId" clId="{C70942AA-9B21-4039-9507-C212C191B771}" dt="2026-01-28T09:49:36.969" v="258" actId="732"/>
          <ac:picMkLst>
            <pc:docMk/>
            <pc:sldMk cId="3821318410" sldId="312"/>
            <ac:picMk id="6" creationId="{44DC9AD4-2411-2120-6A9A-69828207BE5D}"/>
          </ac:picMkLst>
        </pc:picChg>
        <pc:picChg chg="add mod">
          <ac:chgData name="meetpatel73176@outlook.com" userId="57720b48298d2760" providerId="LiveId" clId="{C70942AA-9B21-4039-9507-C212C191B771}" dt="2026-01-28T09:49:35.470" v="256" actId="1076"/>
          <ac:picMkLst>
            <pc:docMk/>
            <pc:sldMk cId="3821318410" sldId="312"/>
            <ac:picMk id="17" creationId="{4FFBB60B-8E00-24E7-BD9C-5E345499BA56}"/>
          </ac:picMkLst>
        </pc:picChg>
        <pc:picChg chg="del">
          <ac:chgData name="meetpatel73176@outlook.com" userId="57720b48298d2760" providerId="LiveId" clId="{C70942AA-9B21-4039-9507-C212C191B771}" dt="2026-01-28T09:43:40.196" v="238" actId="478"/>
          <ac:picMkLst>
            <pc:docMk/>
            <pc:sldMk cId="3821318410" sldId="312"/>
            <ac:picMk id="18" creationId="{1EF70D04-D6C8-BAAB-D88F-AF8F8191B247}"/>
          </ac:picMkLst>
        </pc:picChg>
        <pc:cxnChg chg="del">
          <ac:chgData name="meetpatel73176@outlook.com" userId="57720b48298d2760" providerId="LiveId" clId="{C70942AA-9B21-4039-9507-C212C191B771}" dt="2026-01-28T13:39:36.308" v="591" actId="478"/>
          <ac:cxnSpMkLst>
            <pc:docMk/>
            <pc:sldMk cId="3821318410" sldId="312"/>
            <ac:cxnSpMk id="5" creationId="{78053559-080A-B896-056C-2749BE42B116}"/>
          </ac:cxnSpMkLst>
        </pc:cxnChg>
        <pc:cxnChg chg="del">
          <ac:chgData name="meetpatel73176@outlook.com" userId="57720b48298d2760" providerId="LiveId" clId="{C70942AA-9B21-4039-9507-C212C191B771}" dt="2026-01-28T13:39:36.308" v="591" actId="478"/>
          <ac:cxnSpMkLst>
            <pc:docMk/>
            <pc:sldMk cId="3821318410" sldId="312"/>
            <ac:cxnSpMk id="9" creationId="{867636C4-D492-9A8C-3A6F-2B9ECD3D7C6B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2:00.342" v="629" actId="14100"/>
        <pc:sldMkLst>
          <pc:docMk/>
          <pc:sldMk cId="3010782463" sldId="313"/>
        </pc:sldMkLst>
        <pc:spChg chg="mod">
          <ac:chgData name="meetpatel73176@outlook.com" userId="57720b48298d2760" providerId="LiveId" clId="{C70942AA-9B21-4039-9507-C212C191B771}" dt="2026-01-28T13:42:00.342" v="629" actId="14100"/>
          <ac:spMkLst>
            <pc:docMk/>
            <pc:sldMk cId="3010782463" sldId="313"/>
            <ac:spMk id="2" creationId="{05616705-F5BA-5E22-3F75-C5942DD8BEFF}"/>
          </ac:spMkLst>
        </pc:spChg>
        <pc:spChg chg="mod">
          <ac:chgData name="meetpatel73176@outlook.com" userId="57720b48298d2760" providerId="LiveId" clId="{C70942AA-9B21-4039-9507-C212C191B771}" dt="2026-01-28T13:41:45.096" v="627" actId="20577"/>
          <ac:spMkLst>
            <pc:docMk/>
            <pc:sldMk cId="3010782463" sldId="313"/>
            <ac:spMk id="12" creationId="{C97A6D9E-3331-93CA-21E4-B5ECD98CD18B}"/>
          </ac:spMkLst>
        </pc:spChg>
        <pc:spChg chg="mod">
          <ac:chgData name="meetpatel73176@outlook.com" userId="57720b48298d2760" providerId="LiveId" clId="{C70942AA-9B21-4039-9507-C212C191B771}" dt="2026-01-28T13:41:11.368" v="606" actId="21"/>
          <ac:spMkLst>
            <pc:docMk/>
            <pc:sldMk cId="3010782463" sldId="313"/>
            <ac:spMk id="15" creationId="{11816A67-E416-D734-A6B3-C71732E4345A}"/>
          </ac:spMkLst>
        </pc:spChg>
        <pc:picChg chg="add del mod modCrop">
          <ac:chgData name="meetpatel73176@outlook.com" userId="57720b48298d2760" providerId="LiveId" clId="{C70942AA-9B21-4039-9507-C212C191B771}" dt="2026-01-28T09:39:23.144" v="227" actId="478"/>
          <ac:picMkLst>
            <pc:docMk/>
            <pc:sldMk cId="3010782463" sldId="313"/>
            <ac:picMk id="6" creationId="{64F43FDB-4711-8727-5695-BF3E50A884F8}"/>
          </ac:picMkLst>
        </pc:picChg>
        <pc:picChg chg="add del mod modCrop">
          <ac:chgData name="meetpatel73176@outlook.com" userId="57720b48298d2760" providerId="LiveId" clId="{C70942AA-9B21-4039-9507-C212C191B771}" dt="2026-01-28T09:36:55.585" v="218" actId="478"/>
          <ac:picMkLst>
            <pc:docMk/>
            <pc:sldMk cId="3010782463" sldId="313"/>
            <ac:picMk id="16" creationId="{C7F091E1-DADA-7294-3505-3A4E57564BB1}"/>
          </ac:picMkLst>
        </pc:picChg>
        <pc:picChg chg="add mod modCrop">
          <ac:chgData name="meetpatel73176@outlook.com" userId="57720b48298d2760" providerId="LiveId" clId="{C70942AA-9B21-4039-9507-C212C191B771}" dt="2026-01-28T09:37:54.670" v="226" actId="14100"/>
          <ac:picMkLst>
            <pc:docMk/>
            <pc:sldMk cId="3010782463" sldId="313"/>
            <ac:picMk id="18" creationId="{DBB79B59-00FD-558B-6F6F-0B7AD1DBB55D}"/>
          </ac:picMkLst>
        </pc:picChg>
        <pc:picChg chg="add mod modCrop">
          <ac:chgData name="meetpatel73176@outlook.com" userId="57720b48298d2760" providerId="LiveId" clId="{C70942AA-9B21-4039-9507-C212C191B771}" dt="2026-01-28T09:40:49.379" v="236" actId="14100"/>
          <ac:picMkLst>
            <pc:docMk/>
            <pc:sldMk cId="3010782463" sldId="313"/>
            <ac:picMk id="20" creationId="{C50C015A-79A9-DE42-3566-894302C64D9F}"/>
          </ac:picMkLst>
        </pc:picChg>
        <pc:cxnChg chg="del">
          <ac:chgData name="meetpatel73176@outlook.com" userId="57720b48298d2760" providerId="LiveId" clId="{C70942AA-9B21-4039-9507-C212C191B771}" dt="2026-01-28T13:39:31.324" v="590" actId="478"/>
          <ac:cxnSpMkLst>
            <pc:docMk/>
            <pc:sldMk cId="3010782463" sldId="313"/>
            <ac:cxnSpMk id="5" creationId="{08F132CA-EEF0-7E3E-1116-7EBC6DDA61E2}"/>
          </ac:cxnSpMkLst>
        </pc:cxnChg>
        <pc:cxnChg chg="del">
          <ac:chgData name="meetpatel73176@outlook.com" userId="57720b48298d2760" providerId="LiveId" clId="{C70942AA-9B21-4039-9507-C212C191B771}" dt="2026-01-28T13:39:31.324" v="590" actId="478"/>
          <ac:cxnSpMkLst>
            <pc:docMk/>
            <pc:sldMk cId="3010782463" sldId="313"/>
            <ac:cxnSpMk id="9" creationId="{0E467367-8375-3244-898D-84871956AC63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2:45.509" v="637" actId="14100"/>
        <pc:sldMkLst>
          <pc:docMk/>
          <pc:sldMk cId="486554603" sldId="314"/>
        </pc:sldMkLst>
        <pc:spChg chg="mod">
          <ac:chgData name="meetpatel73176@outlook.com" userId="57720b48298d2760" providerId="LiveId" clId="{C70942AA-9B21-4039-9507-C212C191B771}" dt="2026-01-28T13:42:45.509" v="637" actId="14100"/>
          <ac:spMkLst>
            <pc:docMk/>
            <pc:sldMk cId="486554603" sldId="314"/>
            <ac:spMk id="2" creationId="{0244EE13-CF26-DC8A-0224-C0702ABF3190}"/>
          </ac:spMkLst>
        </pc:spChg>
        <pc:spChg chg="mod">
          <ac:chgData name="meetpatel73176@outlook.com" userId="57720b48298d2760" providerId="LiveId" clId="{C70942AA-9B21-4039-9507-C212C191B771}" dt="2026-01-28T13:42:32.558" v="635" actId="14100"/>
          <ac:spMkLst>
            <pc:docMk/>
            <pc:sldMk cId="486554603" sldId="314"/>
            <ac:spMk id="12" creationId="{B94866B8-52C9-C75D-22DD-FC92354E7F07}"/>
          </ac:spMkLst>
        </pc:spChg>
        <pc:spChg chg="del mod">
          <ac:chgData name="meetpatel73176@outlook.com" userId="57720b48298d2760" providerId="LiveId" clId="{C70942AA-9B21-4039-9507-C212C191B771}" dt="2026-01-28T13:42:17.926" v="631" actId="478"/>
          <ac:spMkLst>
            <pc:docMk/>
            <pc:sldMk cId="486554603" sldId="314"/>
            <ac:spMk id="15" creationId="{A602500B-3EA4-5C9B-BDA6-45A01F7AC36E}"/>
          </ac:spMkLst>
        </pc:spChg>
        <pc:picChg chg="add del mod modCrop">
          <ac:chgData name="meetpatel73176@outlook.com" userId="57720b48298d2760" providerId="LiveId" clId="{C70942AA-9B21-4039-9507-C212C191B771}" dt="2026-01-28T09:34:15.029" v="206" actId="478"/>
          <ac:picMkLst>
            <pc:docMk/>
            <pc:sldMk cId="486554603" sldId="314"/>
            <ac:picMk id="6" creationId="{EEA6EA11-E635-A7FB-885A-0C479ED568AF}"/>
          </ac:picMkLst>
        </pc:picChg>
        <pc:picChg chg="add del mod modCrop">
          <ac:chgData name="meetpatel73176@outlook.com" userId="57720b48298d2760" providerId="LiveId" clId="{C70942AA-9B21-4039-9507-C212C191B771}" dt="2026-01-28T09:31:40.239" v="192" actId="478"/>
          <ac:picMkLst>
            <pc:docMk/>
            <pc:sldMk cId="486554603" sldId="314"/>
            <ac:picMk id="16" creationId="{370EF6DC-681A-0176-0E09-3FCAA29B253F}"/>
          </ac:picMkLst>
        </pc:picChg>
        <pc:picChg chg="add mod modCrop">
          <ac:chgData name="meetpatel73176@outlook.com" userId="57720b48298d2760" providerId="LiveId" clId="{C70942AA-9B21-4039-9507-C212C191B771}" dt="2026-01-28T09:33:00.900" v="204" actId="14100"/>
          <ac:picMkLst>
            <pc:docMk/>
            <pc:sldMk cId="486554603" sldId="314"/>
            <ac:picMk id="18" creationId="{2C4C6F71-D537-992F-66F3-4AE3DA21390D}"/>
          </ac:picMkLst>
        </pc:picChg>
        <pc:picChg chg="add mod modCrop">
          <ac:chgData name="meetpatel73176@outlook.com" userId="57720b48298d2760" providerId="LiveId" clId="{C70942AA-9B21-4039-9507-C212C191B771}" dt="2026-01-28T09:35:48.454" v="217" actId="14100"/>
          <ac:picMkLst>
            <pc:docMk/>
            <pc:sldMk cId="486554603" sldId="314"/>
            <ac:picMk id="20" creationId="{134D89F1-68C5-4A5D-98AB-8EED9C5AD3F4}"/>
          </ac:picMkLst>
        </pc:picChg>
        <pc:cxnChg chg="del">
          <ac:chgData name="meetpatel73176@outlook.com" userId="57720b48298d2760" providerId="LiveId" clId="{C70942AA-9B21-4039-9507-C212C191B771}" dt="2026-01-28T13:39:23.140" v="589" actId="478"/>
          <ac:cxnSpMkLst>
            <pc:docMk/>
            <pc:sldMk cId="486554603" sldId="314"/>
            <ac:cxnSpMk id="5" creationId="{CB0441BB-D739-9C68-0596-833DBDB23C78}"/>
          </ac:cxnSpMkLst>
        </pc:cxnChg>
        <pc:cxnChg chg="del">
          <ac:chgData name="meetpatel73176@outlook.com" userId="57720b48298d2760" providerId="LiveId" clId="{C70942AA-9B21-4039-9507-C212C191B771}" dt="2026-01-28T13:39:23.140" v="589" actId="478"/>
          <ac:cxnSpMkLst>
            <pc:docMk/>
            <pc:sldMk cId="486554603" sldId="314"/>
            <ac:cxnSpMk id="9" creationId="{43F0B5E4-A2C8-EE89-1CE7-54B985E56CCE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3:23.807" v="644" actId="14100"/>
        <pc:sldMkLst>
          <pc:docMk/>
          <pc:sldMk cId="2458845133" sldId="315"/>
        </pc:sldMkLst>
        <pc:spChg chg="mod">
          <ac:chgData name="meetpatel73176@outlook.com" userId="57720b48298d2760" providerId="LiveId" clId="{C70942AA-9B21-4039-9507-C212C191B771}" dt="2026-01-28T13:43:23.807" v="644" actId="14100"/>
          <ac:spMkLst>
            <pc:docMk/>
            <pc:sldMk cId="2458845133" sldId="315"/>
            <ac:spMk id="2" creationId="{9D8DEAAC-01D4-FBC7-E1E7-E3DE3DAE6EEF}"/>
          </ac:spMkLst>
        </pc:spChg>
        <pc:spChg chg="mod">
          <ac:chgData name="meetpatel73176@outlook.com" userId="57720b48298d2760" providerId="LiveId" clId="{C70942AA-9B21-4039-9507-C212C191B771}" dt="2026-01-28T13:43:06.382" v="642" actId="20577"/>
          <ac:spMkLst>
            <pc:docMk/>
            <pc:sldMk cId="2458845133" sldId="315"/>
            <ac:spMk id="12" creationId="{A4B8AA29-40E6-09BA-4501-430FED280EF3}"/>
          </ac:spMkLst>
        </pc:spChg>
        <pc:spChg chg="del mod">
          <ac:chgData name="meetpatel73176@outlook.com" userId="57720b48298d2760" providerId="LiveId" clId="{C70942AA-9B21-4039-9507-C212C191B771}" dt="2026-01-28T13:43:01.417" v="640" actId="478"/>
          <ac:spMkLst>
            <pc:docMk/>
            <pc:sldMk cId="2458845133" sldId="315"/>
            <ac:spMk id="15" creationId="{B28FE17D-A7E3-12FA-8F2A-907B5E957EB6}"/>
          </ac:spMkLst>
        </pc:spChg>
        <pc:picChg chg="add del mod modCrop">
          <ac:chgData name="meetpatel73176@outlook.com" userId="57720b48298d2760" providerId="LiveId" clId="{C70942AA-9B21-4039-9507-C212C191B771}" dt="2026-01-28T09:28:07.221" v="182" actId="478"/>
          <ac:picMkLst>
            <pc:docMk/>
            <pc:sldMk cId="2458845133" sldId="315"/>
            <ac:picMk id="6" creationId="{ECCE09ED-32F3-90F3-15EE-B205344EAA08}"/>
          </ac:picMkLst>
        </pc:picChg>
        <pc:picChg chg="add mod">
          <ac:chgData name="meetpatel73176@outlook.com" userId="57720b48298d2760" providerId="LiveId" clId="{C70942AA-9B21-4039-9507-C212C191B771}" dt="2026-01-28T09:26:19.791" v="110" actId="1076"/>
          <ac:picMkLst>
            <pc:docMk/>
            <pc:sldMk cId="2458845133" sldId="315"/>
            <ac:picMk id="16" creationId="{8CB03480-63E7-0B85-7E92-90D62524224B}"/>
          </ac:picMkLst>
        </pc:picChg>
        <pc:picChg chg="add mod modCrop">
          <ac:chgData name="meetpatel73176@outlook.com" userId="57720b48298d2760" providerId="LiveId" clId="{C70942AA-9B21-4039-9507-C212C191B771}" dt="2026-01-28T09:30:42.873" v="191" actId="14100"/>
          <ac:picMkLst>
            <pc:docMk/>
            <pc:sldMk cId="2458845133" sldId="315"/>
            <ac:picMk id="18" creationId="{7ADA1167-5467-5E26-DDB6-E41CF4FB1BCA}"/>
          </ac:picMkLst>
        </pc:picChg>
        <pc:cxnChg chg="del">
          <ac:chgData name="meetpatel73176@outlook.com" userId="57720b48298d2760" providerId="LiveId" clId="{C70942AA-9B21-4039-9507-C212C191B771}" dt="2026-01-28T13:39:17.337" v="588" actId="478"/>
          <ac:cxnSpMkLst>
            <pc:docMk/>
            <pc:sldMk cId="2458845133" sldId="315"/>
            <ac:cxnSpMk id="5" creationId="{DF780AD5-B95F-FF52-EB97-930AEDE5582E}"/>
          </ac:cxnSpMkLst>
        </pc:cxnChg>
        <pc:cxnChg chg="del">
          <ac:chgData name="meetpatel73176@outlook.com" userId="57720b48298d2760" providerId="LiveId" clId="{C70942AA-9B21-4039-9507-C212C191B771}" dt="2026-01-28T13:39:17.337" v="588" actId="478"/>
          <ac:cxnSpMkLst>
            <pc:docMk/>
            <pc:sldMk cId="2458845133" sldId="315"/>
            <ac:cxnSpMk id="9" creationId="{95959617-3860-CC55-A79C-F6DA59B7D607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4:26.022" v="654" actId="255"/>
        <pc:sldMkLst>
          <pc:docMk/>
          <pc:sldMk cId="3192363116" sldId="316"/>
        </pc:sldMkLst>
        <pc:spChg chg="mod">
          <ac:chgData name="meetpatel73176@outlook.com" userId="57720b48298d2760" providerId="LiveId" clId="{C70942AA-9B21-4039-9507-C212C191B771}" dt="2026-01-28T13:44:26.022" v="654" actId="255"/>
          <ac:spMkLst>
            <pc:docMk/>
            <pc:sldMk cId="3192363116" sldId="316"/>
            <ac:spMk id="2" creationId="{3966F347-D2CA-A71A-A3EB-F245986272FA}"/>
          </ac:spMkLst>
        </pc:spChg>
        <pc:spChg chg="mod">
          <ac:chgData name="meetpatel73176@outlook.com" userId="57720b48298d2760" providerId="LiveId" clId="{C70942AA-9B21-4039-9507-C212C191B771}" dt="2026-01-28T13:44:02.646" v="650" actId="20577"/>
          <ac:spMkLst>
            <pc:docMk/>
            <pc:sldMk cId="3192363116" sldId="316"/>
            <ac:spMk id="12" creationId="{0D875482-179F-0D2E-54BE-D62279988402}"/>
          </ac:spMkLst>
        </pc:spChg>
        <pc:spChg chg="del mod">
          <ac:chgData name="meetpatel73176@outlook.com" userId="57720b48298d2760" providerId="LiveId" clId="{C70942AA-9B21-4039-9507-C212C191B771}" dt="2026-01-28T13:43:58.398" v="648" actId="478"/>
          <ac:spMkLst>
            <pc:docMk/>
            <pc:sldMk cId="3192363116" sldId="316"/>
            <ac:spMk id="15" creationId="{A27E1FF1-5042-301B-5BE0-8281A16DA663}"/>
          </ac:spMkLst>
        </pc:spChg>
        <pc:picChg chg="add del mod modCrop">
          <ac:chgData name="meetpatel73176@outlook.com" userId="57720b48298d2760" providerId="LiveId" clId="{C70942AA-9B21-4039-9507-C212C191B771}" dt="2026-01-28T09:19:38.190" v="88" actId="478"/>
          <ac:picMkLst>
            <pc:docMk/>
            <pc:sldMk cId="3192363116" sldId="316"/>
            <ac:picMk id="6" creationId="{78D23C04-472A-E666-3BF0-3EF4B41C1AD6}"/>
          </ac:picMkLst>
        </pc:picChg>
        <pc:picChg chg="add del mod modCrop">
          <ac:chgData name="meetpatel73176@outlook.com" userId="57720b48298d2760" providerId="LiveId" clId="{C70942AA-9B21-4039-9507-C212C191B771}" dt="2026-01-28T09:22:08.330" v="99" actId="478"/>
          <ac:picMkLst>
            <pc:docMk/>
            <pc:sldMk cId="3192363116" sldId="316"/>
            <ac:picMk id="16" creationId="{DBB5DB80-F9FB-A43D-0742-FDB00110FBC5}"/>
          </ac:picMkLst>
        </pc:picChg>
        <pc:picChg chg="add mod modCrop">
          <ac:chgData name="meetpatel73176@outlook.com" userId="57720b48298d2760" providerId="LiveId" clId="{C70942AA-9B21-4039-9507-C212C191B771}" dt="2026-01-28T09:20:30.600" v="98" actId="1036"/>
          <ac:picMkLst>
            <pc:docMk/>
            <pc:sldMk cId="3192363116" sldId="316"/>
            <ac:picMk id="18" creationId="{DEABC450-1F5B-8BF6-D8AC-0BD1861F43EB}"/>
          </ac:picMkLst>
        </pc:picChg>
        <pc:picChg chg="add mod modCrop">
          <ac:chgData name="meetpatel73176@outlook.com" userId="57720b48298d2760" providerId="LiveId" clId="{C70942AA-9B21-4039-9507-C212C191B771}" dt="2026-01-28T09:23:34.310" v="107" actId="1036"/>
          <ac:picMkLst>
            <pc:docMk/>
            <pc:sldMk cId="3192363116" sldId="316"/>
            <ac:picMk id="20" creationId="{6D23684A-CF48-2308-8923-ED934908D690}"/>
          </ac:picMkLst>
        </pc:picChg>
        <pc:cxnChg chg="del">
          <ac:chgData name="meetpatel73176@outlook.com" userId="57720b48298d2760" providerId="LiveId" clId="{C70942AA-9B21-4039-9507-C212C191B771}" dt="2026-01-28T13:39:11.723" v="587" actId="478"/>
          <ac:cxnSpMkLst>
            <pc:docMk/>
            <pc:sldMk cId="3192363116" sldId="316"/>
            <ac:cxnSpMk id="5" creationId="{7DBAB15A-2C45-FF9C-92CF-1DA9CEAABB04}"/>
          </ac:cxnSpMkLst>
        </pc:cxnChg>
        <pc:cxnChg chg="del">
          <ac:chgData name="meetpatel73176@outlook.com" userId="57720b48298d2760" providerId="LiveId" clId="{C70942AA-9B21-4039-9507-C212C191B771}" dt="2026-01-28T13:39:11.723" v="587" actId="478"/>
          <ac:cxnSpMkLst>
            <pc:docMk/>
            <pc:sldMk cId="3192363116" sldId="316"/>
            <ac:cxnSpMk id="9" creationId="{4F36D8BE-359A-6C7A-25D0-E3AB4A8E576F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4:25.144" v="653" actId="1076"/>
        <pc:sldMkLst>
          <pc:docMk/>
          <pc:sldMk cId="2602336678" sldId="317"/>
        </pc:sldMkLst>
        <pc:spChg chg="mod">
          <ac:chgData name="meetpatel73176@outlook.com" userId="57720b48298d2760" providerId="LiveId" clId="{C70942AA-9B21-4039-9507-C212C191B771}" dt="2026-01-28T13:44:25.144" v="653" actId="1076"/>
          <ac:spMkLst>
            <pc:docMk/>
            <pc:sldMk cId="2602336678" sldId="317"/>
            <ac:spMk id="2" creationId="{70ABC661-90D3-1213-28E6-848BA9928B2D}"/>
          </ac:spMkLst>
        </pc:spChg>
        <pc:picChg chg="add del mod">
          <ac:chgData name="meetpatel73176@outlook.com" userId="57720b48298d2760" providerId="LiveId" clId="{C70942AA-9B21-4039-9507-C212C191B771}" dt="2026-01-28T09:16:55.176" v="87" actId="478"/>
          <ac:picMkLst>
            <pc:docMk/>
            <pc:sldMk cId="2602336678" sldId="317"/>
            <ac:picMk id="6" creationId="{310C19DB-41F9-1581-7706-41F70A8E940C}"/>
          </ac:picMkLst>
        </pc:picChg>
        <pc:picChg chg="add mod modCrop">
          <ac:chgData name="meetpatel73176@outlook.com" userId="57720b48298d2760" providerId="LiveId" clId="{C70942AA-9B21-4039-9507-C212C191B771}" dt="2026-01-28T09:53:11.241" v="267" actId="1036"/>
          <ac:picMkLst>
            <pc:docMk/>
            <pc:sldMk cId="2602336678" sldId="317"/>
            <ac:picMk id="16" creationId="{F1446625-7AE2-C820-5ED5-2E97D60E9732}"/>
          </ac:picMkLst>
        </pc:picChg>
        <pc:picChg chg="add mod modCrop">
          <ac:chgData name="meetpatel73176@outlook.com" userId="57720b48298d2760" providerId="LiveId" clId="{C70942AA-9B21-4039-9507-C212C191B771}" dt="2026-01-28T09:55:00.141" v="277" actId="14100"/>
          <ac:picMkLst>
            <pc:docMk/>
            <pc:sldMk cId="2602336678" sldId="317"/>
            <ac:picMk id="18" creationId="{516FD9EF-C58E-C77B-3FC5-A63D6532C6B6}"/>
          </ac:picMkLst>
        </pc:picChg>
        <pc:cxnChg chg="del">
          <ac:chgData name="meetpatel73176@outlook.com" userId="57720b48298d2760" providerId="LiveId" clId="{C70942AA-9B21-4039-9507-C212C191B771}" dt="2026-01-28T13:39:05.913" v="586" actId="478"/>
          <ac:cxnSpMkLst>
            <pc:docMk/>
            <pc:sldMk cId="2602336678" sldId="317"/>
            <ac:cxnSpMk id="5" creationId="{DD8A85DB-9691-24D3-D89F-85089C54E1F3}"/>
          </ac:cxnSpMkLst>
        </pc:cxnChg>
        <pc:cxnChg chg="del">
          <ac:chgData name="meetpatel73176@outlook.com" userId="57720b48298d2760" providerId="LiveId" clId="{C70942AA-9B21-4039-9507-C212C191B771}" dt="2026-01-28T13:39:05.913" v="586" actId="478"/>
          <ac:cxnSpMkLst>
            <pc:docMk/>
            <pc:sldMk cId="2602336678" sldId="317"/>
            <ac:cxnSpMk id="9" creationId="{82038D6F-22AA-2957-7014-81C4EAE1065E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5:18.624" v="659" actId="255"/>
        <pc:sldMkLst>
          <pc:docMk/>
          <pc:sldMk cId="277941667" sldId="318"/>
        </pc:sldMkLst>
        <pc:spChg chg="mod">
          <ac:chgData name="meetpatel73176@outlook.com" userId="57720b48298d2760" providerId="LiveId" clId="{C70942AA-9B21-4039-9507-C212C191B771}" dt="2026-01-28T13:45:18.624" v="659" actId="255"/>
          <ac:spMkLst>
            <pc:docMk/>
            <pc:sldMk cId="277941667" sldId="318"/>
            <ac:spMk id="2" creationId="{1564D978-1423-B6F6-81B8-CC323F7837E9}"/>
          </ac:spMkLst>
        </pc:spChg>
        <pc:spChg chg="mod">
          <ac:chgData name="meetpatel73176@outlook.com" userId="57720b48298d2760" providerId="LiveId" clId="{C70942AA-9B21-4039-9507-C212C191B771}" dt="2026-01-28T13:45:09.893" v="658" actId="20577"/>
          <ac:spMkLst>
            <pc:docMk/>
            <pc:sldMk cId="277941667" sldId="318"/>
            <ac:spMk id="12" creationId="{0A46EE6A-DF49-1BFB-D5AB-53AC64FFA19F}"/>
          </ac:spMkLst>
        </pc:spChg>
        <pc:spChg chg="del mod">
          <ac:chgData name="meetpatel73176@outlook.com" userId="57720b48298d2760" providerId="LiveId" clId="{C70942AA-9B21-4039-9507-C212C191B771}" dt="2026-01-28T13:45:06.283" v="656" actId="478"/>
          <ac:spMkLst>
            <pc:docMk/>
            <pc:sldMk cId="277941667" sldId="318"/>
            <ac:spMk id="15" creationId="{F6ACD13D-2548-D39A-DB56-B4364B1B90F5}"/>
          </ac:spMkLst>
        </pc:spChg>
        <pc:picChg chg="add mod modCrop">
          <ac:chgData name="meetpatel73176@outlook.com" userId="57720b48298d2760" providerId="LiveId" clId="{C70942AA-9B21-4039-9507-C212C191B771}" dt="2026-01-28T09:56:53.712" v="286" actId="14100"/>
          <ac:picMkLst>
            <pc:docMk/>
            <pc:sldMk cId="277941667" sldId="318"/>
            <ac:picMk id="6" creationId="{5EE9D06C-C9EE-2C94-17CD-3C6EE0E0DC43}"/>
          </ac:picMkLst>
        </pc:picChg>
        <pc:picChg chg="add mod modCrop">
          <ac:chgData name="meetpatel73176@outlook.com" userId="57720b48298d2760" providerId="LiveId" clId="{C70942AA-9B21-4039-9507-C212C191B771}" dt="2026-01-28T09:59:22.411" v="297" actId="14100"/>
          <ac:picMkLst>
            <pc:docMk/>
            <pc:sldMk cId="277941667" sldId="318"/>
            <ac:picMk id="16" creationId="{41E2942B-CDB3-982A-F3CC-9AA109D1C580}"/>
          </ac:picMkLst>
        </pc:picChg>
        <pc:cxnChg chg="del">
          <ac:chgData name="meetpatel73176@outlook.com" userId="57720b48298d2760" providerId="LiveId" clId="{C70942AA-9B21-4039-9507-C212C191B771}" dt="2026-01-28T13:38:55.814" v="585" actId="478"/>
          <ac:cxnSpMkLst>
            <pc:docMk/>
            <pc:sldMk cId="277941667" sldId="318"/>
            <ac:cxnSpMk id="5" creationId="{67E3EFED-9480-1498-9A32-B4AA91A0DAAA}"/>
          </ac:cxnSpMkLst>
        </pc:cxnChg>
        <pc:cxnChg chg="del">
          <ac:chgData name="meetpatel73176@outlook.com" userId="57720b48298d2760" providerId="LiveId" clId="{C70942AA-9B21-4039-9507-C212C191B771}" dt="2026-01-28T13:38:55.814" v="585" actId="478"/>
          <ac:cxnSpMkLst>
            <pc:docMk/>
            <pc:sldMk cId="277941667" sldId="318"/>
            <ac:cxnSpMk id="9" creationId="{955ED585-CD6F-643A-8B86-D205F550A582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46:24.276" v="667" actId="14100"/>
        <pc:sldMkLst>
          <pc:docMk/>
          <pc:sldMk cId="2118267127" sldId="319"/>
        </pc:sldMkLst>
        <pc:spChg chg="mod">
          <ac:chgData name="meetpatel73176@outlook.com" userId="57720b48298d2760" providerId="LiveId" clId="{C70942AA-9B21-4039-9507-C212C191B771}" dt="2026-01-28T10:02:05.648" v="310" actId="20577"/>
          <ac:spMkLst>
            <pc:docMk/>
            <pc:sldMk cId="2118267127" sldId="319"/>
            <ac:spMk id="2" creationId="{BE583B04-252B-3476-652E-04ED7EA65902}"/>
          </ac:spMkLst>
        </pc:spChg>
        <pc:spChg chg="mod">
          <ac:chgData name="meetpatel73176@outlook.com" userId="57720b48298d2760" providerId="LiveId" clId="{C70942AA-9B21-4039-9507-C212C191B771}" dt="2026-01-28T13:46:24.276" v="667" actId="14100"/>
          <ac:spMkLst>
            <pc:docMk/>
            <pc:sldMk cId="2118267127" sldId="319"/>
            <ac:spMk id="12" creationId="{DD1A4EEA-B4DF-62F7-C57C-DA4C638C90FC}"/>
          </ac:spMkLst>
        </pc:spChg>
        <pc:spChg chg="mod">
          <ac:chgData name="meetpatel73176@outlook.com" userId="57720b48298d2760" providerId="LiveId" clId="{C70942AA-9B21-4039-9507-C212C191B771}" dt="2026-01-28T13:45:33.318" v="661" actId="21"/>
          <ac:spMkLst>
            <pc:docMk/>
            <pc:sldMk cId="2118267127" sldId="319"/>
            <ac:spMk id="15" creationId="{AE626432-B03A-F588-B802-4B141C3837E4}"/>
          </ac:spMkLst>
        </pc:spChg>
        <pc:picChg chg="add mod modCrop">
          <ac:chgData name="meetpatel73176@outlook.com" userId="57720b48298d2760" providerId="LiveId" clId="{C70942AA-9B21-4039-9507-C212C191B771}" dt="2026-01-28T10:01:57.092" v="309" actId="14100"/>
          <ac:picMkLst>
            <pc:docMk/>
            <pc:sldMk cId="2118267127" sldId="319"/>
            <ac:picMk id="6" creationId="{35A098A6-B3BC-B85B-9D04-BE88E5B6A219}"/>
          </ac:picMkLst>
        </pc:picChg>
        <pc:picChg chg="add mod modCrop">
          <ac:chgData name="meetpatel73176@outlook.com" userId="57720b48298d2760" providerId="LiveId" clId="{C70942AA-9B21-4039-9507-C212C191B771}" dt="2026-01-28T10:04:22.885" v="318" actId="14100"/>
          <ac:picMkLst>
            <pc:docMk/>
            <pc:sldMk cId="2118267127" sldId="319"/>
            <ac:picMk id="16" creationId="{0AE1B459-7B54-E139-B8FB-C3EA6867998A}"/>
          </ac:picMkLst>
        </pc:picChg>
        <pc:cxnChg chg="del">
          <ac:chgData name="meetpatel73176@outlook.com" userId="57720b48298d2760" providerId="LiveId" clId="{C70942AA-9B21-4039-9507-C212C191B771}" dt="2026-01-28T13:38:49.935" v="584" actId="478"/>
          <ac:cxnSpMkLst>
            <pc:docMk/>
            <pc:sldMk cId="2118267127" sldId="319"/>
            <ac:cxnSpMk id="5" creationId="{C47659C5-78CE-9E6E-011A-2C893D04F4B1}"/>
          </ac:cxnSpMkLst>
        </pc:cxnChg>
        <pc:cxnChg chg="del">
          <ac:chgData name="meetpatel73176@outlook.com" userId="57720b48298d2760" providerId="LiveId" clId="{C70942AA-9B21-4039-9507-C212C191B771}" dt="2026-01-28T13:38:49.935" v="584" actId="478"/>
          <ac:cxnSpMkLst>
            <pc:docMk/>
            <pc:sldMk cId="2118267127" sldId="319"/>
            <ac:cxnSpMk id="9" creationId="{2AFA4EBA-3A4F-31BB-A5B3-F259CC715513}"/>
          </ac:cxnSpMkLst>
        </pc:cxnChg>
      </pc:sldChg>
      <pc:sldChg chg="addSp delSp modSp mod">
        <pc:chgData name="meetpatel73176@outlook.com" userId="57720b48298d2760" providerId="LiveId" clId="{C70942AA-9B21-4039-9507-C212C191B771}" dt="2026-01-28T13:38:42.598" v="583" actId="478"/>
        <pc:sldMkLst>
          <pc:docMk/>
          <pc:sldMk cId="3146683523" sldId="320"/>
        </pc:sldMkLst>
        <pc:picChg chg="add mod modCrop">
          <ac:chgData name="meetpatel73176@outlook.com" userId="57720b48298d2760" providerId="LiveId" clId="{C70942AA-9B21-4039-9507-C212C191B771}" dt="2026-01-28T10:06:53.530" v="327" actId="14100"/>
          <ac:picMkLst>
            <pc:docMk/>
            <pc:sldMk cId="3146683523" sldId="320"/>
            <ac:picMk id="6" creationId="{1C9F4180-9E95-261B-57E1-CCDF6E102A97}"/>
          </ac:picMkLst>
        </pc:picChg>
        <pc:picChg chg="add mod">
          <ac:chgData name="meetpatel73176@outlook.com" userId="57720b48298d2760" providerId="LiveId" clId="{C70942AA-9B21-4039-9507-C212C191B771}" dt="2026-01-28T10:07:53.705" v="417" actId="1076"/>
          <ac:picMkLst>
            <pc:docMk/>
            <pc:sldMk cId="3146683523" sldId="320"/>
            <ac:picMk id="7" creationId="{6FE570AF-D84A-B15F-4DAC-AC83BAE5B053}"/>
          </ac:picMkLst>
        </pc:picChg>
        <pc:cxnChg chg="del">
          <ac:chgData name="meetpatel73176@outlook.com" userId="57720b48298d2760" providerId="LiveId" clId="{C70942AA-9B21-4039-9507-C212C191B771}" dt="2026-01-28T13:38:42.598" v="583" actId="478"/>
          <ac:cxnSpMkLst>
            <pc:docMk/>
            <pc:sldMk cId="3146683523" sldId="320"/>
            <ac:cxnSpMk id="5" creationId="{084B4574-E08E-3863-875E-437A9A0CA500}"/>
          </ac:cxnSpMkLst>
        </pc:cxnChg>
        <pc:cxnChg chg="del">
          <ac:chgData name="meetpatel73176@outlook.com" userId="57720b48298d2760" providerId="LiveId" clId="{C70942AA-9B21-4039-9507-C212C191B771}" dt="2026-01-28T13:38:42.598" v="583" actId="478"/>
          <ac:cxnSpMkLst>
            <pc:docMk/>
            <pc:sldMk cId="3146683523" sldId="320"/>
            <ac:cxnSpMk id="9" creationId="{834D5B80-9563-EF08-1D29-F52CEDA152E8}"/>
          </ac:cxnSpMkLst>
        </pc:cxnChg>
      </pc:sldChg>
      <pc:sldChg chg="delSp mod">
        <pc:chgData name="meetpatel73176@outlook.com" userId="57720b48298d2760" providerId="LiveId" clId="{C70942AA-9B21-4039-9507-C212C191B771}" dt="2026-01-28T13:38:33.219" v="582" actId="478"/>
        <pc:sldMkLst>
          <pc:docMk/>
          <pc:sldMk cId="3277472686" sldId="321"/>
        </pc:sldMkLst>
        <pc:cxnChg chg="del">
          <ac:chgData name="meetpatel73176@outlook.com" userId="57720b48298d2760" providerId="LiveId" clId="{C70942AA-9B21-4039-9507-C212C191B771}" dt="2026-01-28T13:38:33.219" v="582" actId="478"/>
          <ac:cxnSpMkLst>
            <pc:docMk/>
            <pc:sldMk cId="3277472686" sldId="321"/>
            <ac:cxnSpMk id="5" creationId="{A34FFCA2-5898-D783-930A-AD0F7B73C2B2}"/>
          </ac:cxnSpMkLst>
        </pc:cxnChg>
        <pc:cxnChg chg="del">
          <ac:chgData name="meetpatel73176@outlook.com" userId="57720b48298d2760" providerId="LiveId" clId="{C70942AA-9B21-4039-9507-C212C191B771}" dt="2026-01-28T13:38:33.219" v="582" actId="478"/>
          <ac:cxnSpMkLst>
            <pc:docMk/>
            <pc:sldMk cId="3277472686" sldId="321"/>
            <ac:cxnSpMk id="9" creationId="{8A568251-A6D2-BF28-DBB1-D9293A9C6F94}"/>
          </ac:cxnSpMkLst>
        </pc:cxnChg>
      </pc:sldChg>
      <pc:sldChg chg="delSp mod">
        <pc:chgData name="meetpatel73176@outlook.com" userId="57720b48298d2760" providerId="LiveId" clId="{C70942AA-9B21-4039-9507-C212C191B771}" dt="2026-01-28T13:38:24.384" v="581" actId="21"/>
        <pc:sldMkLst>
          <pc:docMk/>
          <pc:sldMk cId="3548269126" sldId="322"/>
        </pc:sldMkLst>
        <pc:cxnChg chg="del">
          <ac:chgData name="meetpatel73176@outlook.com" userId="57720b48298d2760" providerId="LiveId" clId="{C70942AA-9B21-4039-9507-C212C191B771}" dt="2026-01-28T13:38:24.384" v="581" actId="21"/>
          <ac:cxnSpMkLst>
            <pc:docMk/>
            <pc:sldMk cId="3548269126" sldId="322"/>
            <ac:cxnSpMk id="5" creationId="{28B0FEB6-3420-2B0E-F86D-FBC83380A454}"/>
          </ac:cxnSpMkLst>
        </pc:cxnChg>
        <pc:cxnChg chg="del">
          <ac:chgData name="meetpatel73176@outlook.com" userId="57720b48298d2760" providerId="LiveId" clId="{C70942AA-9B21-4039-9507-C212C191B771}" dt="2026-01-28T13:38:24.384" v="581" actId="21"/>
          <ac:cxnSpMkLst>
            <pc:docMk/>
            <pc:sldMk cId="3548269126" sldId="322"/>
            <ac:cxnSpMk id="9" creationId="{A1A40417-B605-B583-6945-ACB804CBC172}"/>
          </ac:cxnSpMkLst>
        </pc:cxnChg>
      </pc:sldChg>
      <pc:sldChg chg="delSp mod">
        <pc:chgData name="meetpatel73176@outlook.com" userId="57720b48298d2760" providerId="LiveId" clId="{C70942AA-9B21-4039-9507-C212C191B771}" dt="2026-01-28T13:38:15.812" v="580" actId="478"/>
        <pc:sldMkLst>
          <pc:docMk/>
          <pc:sldMk cId="2500809559" sldId="323"/>
        </pc:sldMkLst>
        <pc:cxnChg chg="del">
          <ac:chgData name="meetpatel73176@outlook.com" userId="57720b48298d2760" providerId="LiveId" clId="{C70942AA-9B21-4039-9507-C212C191B771}" dt="2026-01-28T13:38:15.812" v="580" actId="478"/>
          <ac:cxnSpMkLst>
            <pc:docMk/>
            <pc:sldMk cId="2500809559" sldId="323"/>
            <ac:cxnSpMk id="5" creationId="{3A33BBE1-CBE6-EB07-2A91-876E94007A41}"/>
          </ac:cxnSpMkLst>
        </pc:cxnChg>
        <pc:cxnChg chg="del">
          <ac:chgData name="meetpatel73176@outlook.com" userId="57720b48298d2760" providerId="LiveId" clId="{C70942AA-9B21-4039-9507-C212C191B771}" dt="2026-01-28T13:38:15.812" v="580" actId="478"/>
          <ac:cxnSpMkLst>
            <pc:docMk/>
            <pc:sldMk cId="2500809559" sldId="323"/>
            <ac:cxnSpMk id="9" creationId="{4795C4EC-B270-827B-F1DE-82281D569A53}"/>
          </ac:cxnSpMkLst>
        </pc:cxnChg>
      </pc:sldChg>
      <pc:sldChg chg="delSp mod">
        <pc:chgData name="meetpatel73176@outlook.com" userId="57720b48298d2760" providerId="LiveId" clId="{C70942AA-9B21-4039-9507-C212C191B771}" dt="2026-01-28T13:38:07.535" v="579" actId="478"/>
        <pc:sldMkLst>
          <pc:docMk/>
          <pc:sldMk cId="3804725642" sldId="324"/>
        </pc:sldMkLst>
        <pc:cxnChg chg="del">
          <ac:chgData name="meetpatel73176@outlook.com" userId="57720b48298d2760" providerId="LiveId" clId="{C70942AA-9B21-4039-9507-C212C191B771}" dt="2026-01-28T13:38:07.535" v="579" actId="478"/>
          <ac:cxnSpMkLst>
            <pc:docMk/>
            <pc:sldMk cId="3804725642" sldId="324"/>
            <ac:cxnSpMk id="5" creationId="{1C4EDF6B-4881-B35C-C662-23EC4BE4E840}"/>
          </ac:cxnSpMkLst>
        </pc:cxnChg>
        <pc:cxnChg chg="del">
          <ac:chgData name="meetpatel73176@outlook.com" userId="57720b48298d2760" providerId="LiveId" clId="{C70942AA-9B21-4039-9507-C212C191B771}" dt="2026-01-28T13:38:04.856" v="578" actId="478"/>
          <ac:cxnSpMkLst>
            <pc:docMk/>
            <pc:sldMk cId="3804725642" sldId="324"/>
            <ac:cxnSpMk id="9" creationId="{E3FE1DE6-23A2-AEA4-8ABE-09173A42C4B4}"/>
          </ac:cxnSpMkLst>
        </pc:cxnChg>
      </pc:sldChg>
      <pc:sldChg chg="delSp modSp mod">
        <pc:chgData name="meetpatel73176@outlook.com" userId="57720b48298d2760" providerId="LiveId" clId="{C70942AA-9B21-4039-9507-C212C191B771}" dt="2026-01-28T13:37:53.377" v="577" actId="14100"/>
        <pc:sldMkLst>
          <pc:docMk/>
          <pc:sldMk cId="3317302176" sldId="326"/>
        </pc:sldMkLst>
        <pc:spChg chg="mod">
          <ac:chgData name="meetpatel73176@outlook.com" userId="57720b48298d2760" providerId="LiveId" clId="{C70942AA-9B21-4039-9507-C212C191B771}" dt="2026-01-28T13:37:53.377" v="577" actId="14100"/>
          <ac:spMkLst>
            <pc:docMk/>
            <pc:sldMk cId="3317302176" sldId="326"/>
            <ac:spMk id="2" creationId="{DA417732-FDB0-AE30-3E4D-A47B3DA7389A}"/>
          </ac:spMkLst>
        </pc:spChg>
        <pc:spChg chg="mod">
          <ac:chgData name="meetpatel73176@outlook.com" userId="57720b48298d2760" providerId="LiveId" clId="{C70942AA-9B21-4039-9507-C212C191B771}" dt="2026-01-28T13:37:27.114" v="575" actId="20577"/>
          <ac:spMkLst>
            <pc:docMk/>
            <pc:sldMk cId="3317302176" sldId="326"/>
            <ac:spMk id="12" creationId="{A1CBF8E9-D9B1-AE32-CC16-399247445999}"/>
          </ac:spMkLst>
        </pc:spChg>
        <pc:spChg chg="del mod">
          <ac:chgData name="meetpatel73176@outlook.com" userId="57720b48298d2760" providerId="LiveId" clId="{C70942AA-9B21-4039-9507-C212C191B771}" dt="2026-01-28T13:36:32.390" v="567" actId="478"/>
          <ac:spMkLst>
            <pc:docMk/>
            <pc:sldMk cId="3317302176" sldId="326"/>
            <ac:spMk id="15" creationId="{745FE249-9E3C-42CC-EBA0-B484C7F64EC5}"/>
          </ac:spMkLst>
        </pc:spChg>
        <pc:cxnChg chg="del">
          <ac:chgData name="meetpatel73176@outlook.com" userId="57720b48298d2760" providerId="LiveId" clId="{C70942AA-9B21-4039-9507-C212C191B771}" dt="2026-01-28T13:36:17.155" v="564" actId="478"/>
          <ac:cxnSpMkLst>
            <pc:docMk/>
            <pc:sldMk cId="3317302176" sldId="326"/>
            <ac:cxnSpMk id="5" creationId="{AE7BBBF4-9F69-48D1-2C63-E01451F7328B}"/>
          </ac:cxnSpMkLst>
        </pc:cxnChg>
        <pc:cxnChg chg="del">
          <ac:chgData name="meetpatel73176@outlook.com" userId="57720b48298d2760" providerId="LiveId" clId="{C70942AA-9B21-4039-9507-C212C191B771}" dt="2026-01-28T13:36:40.028" v="569" actId="478"/>
          <ac:cxnSpMkLst>
            <pc:docMk/>
            <pc:sldMk cId="3317302176" sldId="326"/>
            <ac:cxnSpMk id="9" creationId="{E22B3FD2-24B6-6604-4FD8-D22990551F04}"/>
          </ac:cxnSpMkLst>
        </pc:cxnChg>
      </pc:sldChg>
      <pc:sldChg chg="delSp modSp mod">
        <pc:chgData name="meetpatel73176@outlook.com" userId="57720b48298d2760" providerId="LiveId" clId="{C70942AA-9B21-4039-9507-C212C191B771}" dt="2026-01-29T04:54:13.044" v="675" actId="20577"/>
        <pc:sldMkLst>
          <pc:docMk/>
          <pc:sldMk cId="1960278847" sldId="328"/>
        </pc:sldMkLst>
        <pc:spChg chg="mod">
          <ac:chgData name="meetpatel73176@outlook.com" userId="57720b48298d2760" providerId="LiveId" clId="{C70942AA-9B21-4039-9507-C212C191B771}" dt="2026-01-29T04:54:13.044" v="675" actId="20577"/>
          <ac:spMkLst>
            <pc:docMk/>
            <pc:sldMk cId="1960278847" sldId="328"/>
            <ac:spMk id="2" creationId="{B5BD173F-51B1-2A05-2BF0-1284E0C9C419}"/>
          </ac:spMkLst>
        </pc:spChg>
        <pc:spChg chg="mod">
          <ac:chgData name="meetpatel73176@outlook.com" userId="57720b48298d2760" providerId="LiveId" clId="{C70942AA-9B21-4039-9507-C212C191B771}" dt="2026-01-29T04:53:41.724" v="668" actId="20577"/>
          <ac:spMkLst>
            <pc:docMk/>
            <pc:sldMk cId="1960278847" sldId="328"/>
            <ac:spMk id="12" creationId="{3A77CAB0-E1B8-76F3-22A8-1C2BB6078C9B}"/>
          </ac:spMkLst>
        </pc:spChg>
        <pc:spChg chg="del mod">
          <ac:chgData name="meetpatel73176@outlook.com" userId="57720b48298d2760" providerId="LiveId" clId="{C70942AA-9B21-4039-9507-C212C191B771}" dt="2026-01-28T13:34:15.016" v="554" actId="478"/>
          <ac:spMkLst>
            <pc:docMk/>
            <pc:sldMk cId="1960278847" sldId="328"/>
            <ac:spMk id="15" creationId="{1AB23890-D5B0-6DA2-E191-E881179D5F19}"/>
          </ac:spMkLst>
        </pc:spChg>
        <pc:cxnChg chg="del">
          <ac:chgData name="meetpatel73176@outlook.com" userId="57720b48298d2760" providerId="LiveId" clId="{C70942AA-9B21-4039-9507-C212C191B771}" dt="2026-01-28T13:34:00.667" v="551" actId="478"/>
          <ac:cxnSpMkLst>
            <pc:docMk/>
            <pc:sldMk cId="1960278847" sldId="328"/>
            <ac:cxnSpMk id="5" creationId="{B4C4FC06-333A-2765-F2D8-A58185108F73}"/>
          </ac:cxnSpMkLst>
        </pc:cxnChg>
        <pc:cxnChg chg="del">
          <ac:chgData name="meetpatel73176@outlook.com" userId="57720b48298d2760" providerId="LiveId" clId="{C70942AA-9B21-4039-9507-C212C191B771}" dt="2026-01-28T13:33:58.675" v="550" actId="478"/>
          <ac:cxnSpMkLst>
            <pc:docMk/>
            <pc:sldMk cId="1960278847" sldId="328"/>
            <ac:cxnSpMk id="9" creationId="{609FB0C6-FAD4-966F-80C5-D409BD4390D5}"/>
          </ac:cxnSpMkLst>
        </pc:cxnChg>
      </pc:sldChg>
      <pc:sldMasterChg chg="modSldLayout">
        <pc:chgData name="meetpatel73176@outlook.com" userId="57720b48298d2760" providerId="LiveId" clId="{C70942AA-9B21-4039-9507-C212C191B771}" dt="2026-01-28T13:30:20.885" v="533"/>
        <pc:sldMasterMkLst>
          <pc:docMk/>
          <pc:sldMasterMk cId="946163275" sldId="2147483648"/>
        </pc:sldMasterMkLst>
        <pc:sldLayoutChg chg="setBg">
          <pc:chgData name="meetpatel73176@outlook.com" userId="57720b48298d2760" providerId="LiveId" clId="{C70942AA-9B21-4039-9507-C212C191B771}" dt="2026-01-28T13:30:20.885" v="533"/>
          <pc:sldLayoutMkLst>
            <pc:docMk/>
            <pc:sldMasterMk cId="946163275" sldId="2147483648"/>
            <pc:sldLayoutMk cId="3358800970" sldId="2147483691"/>
          </pc:sldLayoutMkLst>
        </pc:sldLayoutChg>
        <pc:sldLayoutChg chg="setBg">
          <pc:chgData name="meetpatel73176@outlook.com" userId="57720b48298d2760" providerId="LiveId" clId="{C70942AA-9B21-4039-9507-C212C191B771}" dt="2026-01-28T13:30:20.885" v="533"/>
          <pc:sldLayoutMkLst>
            <pc:docMk/>
            <pc:sldMasterMk cId="946163275" sldId="2147483648"/>
            <pc:sldLayoutMk cId="789452968" sldId="2147483693"/>
          </pc:sldLayoutMkLst>
        </pc:sldLayoutChg>
        <pc:sldLayoutChg chg="modSp mod setBg">
          <pc:chgData name="meetpatel73176@outlook.com" userId="57720b48298d2760" providerId="LiveId" clId="{C70942AA-9B21-4039-9507-C212C191B771}" dt="2026-01-28T13:30:20.885" v="533"/>
          <pc:sldLayoutMkLst>
            <pc:docMk/>
            <pc:sldMasterMk cId="946163275" sldId="2147483648"/>
            <pc:sldLayoutMk cId="2039803261" sldId="2147483695"/>
          </pc:sldLayoutMkLst>
          <pc:spChg chg="mod">
            <ac:chgData name="meetpatel73176@outlook.com" userId="57720b48298d2760" providerId="LiveId" clId="{C70942AA-9B21-4039-9507-C212C191B771}" dt="2026-01-28T13:27:17.470" v="521" actId="16037"/>
            <ac:spMkLst>
              <pc:docMk/>
              <pc:sldMasterMk cId="946163275" sldId="2147483648"/>
              <pc:sldLayoutMk cId="2039803261" sldId="2147483695"/>
              <ac:spMk id="16" creationId="{7E35C9AB-B94F-CACD-3F8A-C5FE3B695994}"/>
            </ac:spMkLst>
          </pc:spChg>
        </pc:sldLayoutChg>
        <pc:sldLayoutChg chg="setBg">
          <pc:chgData name="meetpatel73176@outlook.com" userId="57720b48298d2760" providerId="LiveId" clId="{C70942AA-9B21-4039-9507-C212C191B771}" dt="2026-01-28T13:30:20.885" v="533"/>
          <pc:sldLayoutMkLst>
            <pc:docMk/>
            <pc:sldMasterMk cId="946163275" sldId="2147483648"/>
            <pc:sldLayoutMk cId="3740971872" sldId="2147483701"/>
          </pc:sldLayoutMkLst>
        </pc:sldLayoutChg>
        <pc:sldLayoutChg chg="setBg">
          <pc:chgData name="meetpatel73176@outlook.com" userId="57720b48298d2760" providerId="LiveId" clId="{C70942AA-9B21-4039-9507-C212C191B771}" dt="2026-01-28T13:30:20.885" v="533"/>
          <pc:sldLayoutMkLst>
            <pc:docMk/>
            <pc:sldMasterMk cId="946163275" sldId="2147483648"/>
            <pc:sldLayoutMk cId="1430931274" sldId="2147483703"/>
          </pc:sldLayoutMkLst>
        </pc:sldLayoutChg>
      </pc:sldMasterChg>
      <pc:sldMasterChg chg="new mod addSldLayout">
        <pc:chgData name="meetpatel73176@outlook.com" userId="57720b48298d2760" providerId="LiveId" clId="{C70942AA-9B21-4039-9507-C212C191B771}" dt="2026-01-28T12:15:59.513" v="420" actId="6938"/>
        <pc:sldMasterMkLst>
          <pc:docMk/>
          <pc:sldMasterMk cId="1541795855" sldId="2147483705"/>
        </pc:sldMasterMkLst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1660079171" sldId="2147483706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1185546961" sldId="2147483707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2152586286" sldId="2147483708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966132403" sldId="2147483709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3771071656" sldId="2147483710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2699171812" sldId="2147483711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3964395979" sldId="2147483712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1758664601" sldId="2147483713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739038" sldId="2147483714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2885175221" sldId="2147483715"/>
          </pc:sldLayoutMkLst>
        </pc:sldLayoutChg>
        <pc:sldLayoutChg chg="new replId">
          <pc:chgData name="meetpatel73176@outlook.com" userId="57720b48298d2760" providerId="LiveId" clId="{C70942AA-9B21-4039-9507-C212C191B771}" dt="2026-01-28T12:15:59.513" v="420" actId="6938"/>
          <pc:sldLayoutMkLst>
            <pc:docMk/>
            <pc:sldMasterMk cId="1541795855" sldId="2147483705"/>
            <pc:sldLayoutMk cId="1429332845" sldId="2147483716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2/23/2026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DBDA2-4480-4D82-8886-1B64A7ECBBAC}" type="datetimeFigureOut">
              <a:rPr lang="en-US" noProof="0" smtClean="0"/>
              <a:t>2/23/2026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DDBACE-0F8F-43FD-98F0-DEE13552DADA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455722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58800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A1EF8CAB-74EE-F5E0-2A98-D49729C5739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8783521D-ED5D-D5DB-16FA-CD1B1203DF6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87659"/>
          <a:stretch/>
        </p:blipFill>
        <p:spPr>
          <a:xfrm>
            <a:off x="0" y="5731979"/>
            <a:ext cx="1504645" cy="11464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9381EED1-F8B1-76DD-2AF9-959C65437FF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D23ADF4-87AF-5693-9986-341478D502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2E5EE104-2241-C262-895C-BCA76913401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12">
            <a:extLst>
              <a:ext uri="{FF2B5EF4-FFF2-40B4-BE49-F238E27FC236}">
                <a16:creationId xmlns:a16="http://schemas.microsoft.com/office/drawing/2014/main" id="{19B7E7AC-A0E6-BE9A-4728-8FE036CF353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140000"/>
              </a:lnSpc>
              <a:spcAft>
                <a:spcPts val="0"/>
              </a:spcAft>
              <a:defRPr sz="2800"/>
            </a:lvl1pPr>
            <a:lvl2pPr>
              <a:defRPr sz="28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5640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FF0337A6-0579-B5BC-C526-F7EBDDB8E8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4166F179-9203-AC2D-A267-E25FA28E97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FC5468-5E1B-2FE4-DA95-D0CCC383D3E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617493C4-12E7-500C-5FD5-68370B57A20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149B5038-6091-D5DF-F2DA-3900885F498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9442ADAB-F6BA-A55C-036E-C837F95C8F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111240" y="2231136"/>
            <a:ext cx="6080760" cy="4626864"/>
          </a:xfrm>
          <a:solidFill>
            <a:schemeClr val="accent6">
              <a:lumMod val="50000"/>
            </a:schemeClr>
          </a:solidFill>
        </p:spPr>
        <p:txBody>
          <a:bodyPr/>
          <a:lstStyle>
            <a:lvl1pPr marL="0" indent="0" algn="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6931152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6931152" cy="4480560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9452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E18B122A-848F-E50E-C503-3930933A5C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/>
          <a:stretch/>
        </p:blipFill>
        <p:spPr>
          <a:xfrm>
            <a:off x="8401354" y="0"/>
            <a:ext cx="3790646" cy="6857999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8CD9875-E4AF-D7EA-9F8B-D27F2C3104A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513E8A3-5E78-5821-6B7B-AF6343ACA7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256415C-5388-7D35-1C15-8DA4ACDCA1F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8B78E2E7-B83A-F17C-9869-FED59DD512E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6556375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6166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0321C850-160D-5CD7-B829-ADE752EA7A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/>
          <a:stretch/>
        </p:blipFill>
        <p:spPr>
          <a:xfrm>
            <a:off x="6096000" y="0"/>
            <a:ext cx="6096000" cy="6857999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3105707-8D59-D00C-596A-380479D0E0D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2297076"/>
            <a:ext cx="2286000" cy="22860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DC4FC4F-BE00-1554-FEBD-DE21F3AB35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0A310F08-0B34-7E1C-7605-4F81502355F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3371AFC-6FAC-3C10-CCC0-ECE8DB9E99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AE121A-5259-1180-7385-CE2C03431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b="1" cap="all" spc="300" baseline="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810682D-F26A-B1BF-CD97-BB8BD31B2F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024" cy="2679192"/>
          </a:xfrm>
        </p:spPr>
        <p:txBody>
          <a:bodyPr/>
          <a:lstStyle>
            <a:lvl1pPr marL="0" indent="0">
              <a:lnSpc>
                <a:spcPct val="75000"/>
              </a:lnSpc>
              <a:buNone/>
              <a:defRPr sz="8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4462272"/>
            <a:ext cx="12188952" cy="2395728"/>
          </a:xfrm>
          <a:solidFill>
            <a:schemeClr val="accent6">
              <a:lumMod val="75000"/>
              <a:alpha val="91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9803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D0F0E0D3-11E9-A85D-821D-49C27B06B06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7433D848-BBB0-8852-CBA7-96FB04BFAD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556"/>
          <a:stretch/>
        </p:blipFill>
        <p:spPr>
          <a:xfrm>
            <a:off x="10687351" y="4584700"/>
            <a:ext cx="1504649" cy="1130300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A0A5B28-1267-FF8C-DD34-4AE0CE17FD9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2FE7896-D379-408C-54BB-757C71F0DEF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49515" r="34180"/>
          <a:stretch/>
        </p:blipFill>
        <p:spPr>
          <a:xfrm>
            <a:off x="10687351" y="1141376"/>
            <a:ext cx="1504649" cy="115407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7E02B10-F9DF-509C-64D5-91DEB698817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91455" y="1536826"/>
            <a:ext cx="5650992" cy="557784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  <a:defRPr sz="2000" b="1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2267712"/>
            <a:ext cx="5650992" cy="3767328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375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DCE1CF12-4201-C23B-7B9A-02EB4F8A79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396"/>
          <a:stretch/>
        </p:blipFill>
        <p:spPr>
          <a:xfrm>
            <a:off x="0" y="5731980"/>
            <a:ext cx="12192000" cy="113872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513CE0C7-867A-80BB-9E96-3008375B7E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68854" b="83396"/>
          <a:stretch/>
        </p:blipFill>
        <p:spPr>
          <a:xfrm>
            <a:off x="0" y="12700"/>
            <a:ext cx="3797300" cy="113872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36CB758-B1DB-F2E0-00E7-BF5660C5F25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598" b="49858"/>
          <a:stretch/>
        </p:blipFill>
        <p:spPr>
          <a:xfrm>
            <a:off x="0" y="9452"/>
            <a:ext cx="1517954" cy="11462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4024" y="841248"/>
            <a:ext cx="6556248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A780F1E2-F795-D408-7361-9B32EA12F8E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836676"/>
            <a:ext cx="3785616" cy="518464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ysClr val="windowText" lastClr="000000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764023" y="1536827"/>
            <a:ext cx="6556247" cy="4479925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spcAft>
                <a:spcPts val="1800"/>
              </a:spcAft>
              <a:buSzPct val="100000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055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740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342900" indent="-342900">
              <a:lnSpc>
                <a:spcPct val="90000"/>
              </a:lnSpc>
              <a:spcAft>
                <a:spcPts val="1800"/>
              </a:spcAft>
              <a:buSzPct val="100000"/>
              <a:buFont typeface="Arial" panose="020B0604020202020204" pitchFamily="34" charset="0"/>
              <a:buChar char="•"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27448" y="1536827"/>
            <a:ext cx="6592824" cy="448056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FD831DA-EDBD-A492-3E6D-6ABBF4438F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 b="83148"/>
          <a:stretch/>
        </p:blipFill>
        <p:spPr>
          <a:xfrm>
            <a:off x="10687350" y="12700"/>
            <a:ext cx="1504649" cy="1155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00071AEB-E268-A464-7197-69FA762C3C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444"/>
          <a:stretch/>
        </p:blipFill>
        <p:spPr>
          <a:xfrm>
            <a:off x="10687351" y="9452"/>
            <a:ext cx="1504649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875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EC5788EE-4EDA-20FA-8EB9-2F0639E8A2B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50000" t="1" b="49999"/>
          <a:stretch/>
        </p:blipFill>
        <p:spPr>
          <a:xfrm>
            <a:off x="6096000" y="0"/>
            <a:ext cx="6095999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D053CA0-7A9F-FC49-AD3F-F3280344D7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767F6939-7B7E-F49F-8219-DC8CDAC85D5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01354" y="9452"/>
            <a:ext cx="2286000" cy="22860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FACCA700-291A-CD50-0CF3-749300C8D7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0EFADD4D-8EF2-3DF8-F5F4-9459752D54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5B36F67-81DA-36AC-5D17-0172FF5A70C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1248" y="1527048"/>
            <a:ext cx="10479024" cy="4498848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SzPct val="100000"/>
              <a:buNone/>
              <a:defRPr sz="2000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3463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7E35C9AB-B94F-CACD-3F8A-C5FE3B69599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2952" y="0"/>
            <a:ext cx="6099048" cy="6876288"/>
          </a:xfrm>
          <a:solidFill>
            <a:schemeClr val="accent6">
              <a:lumMod val="75000"/>
            </a:schemeClr>
          </a:solidFill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4" name="Title 123">
            <a:extLst>
              <a:ext uri="{FF2B5EF4-FFF2-40B4-BE49-F238E27FC236}">
                <a16:creationId xmlns:a16="http://schemas.microsoft.com/office/drawing/2014/main" id="{5EF8E4BF-2FB4-FFDD-E565-805C476240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4" y="832104"/>
            <a:ext cx="6099048" cy="5219236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3" name="Text Placeholder 122">
            <a:extLst>
              <a:ext uri="{FF2B5EF4-FFF2-40B4-BE49-F238E27FC236}">
                <a16:creationId xmlns:a16="http://schemas.microsoft.com/office/drawing/2014/main" id="{25C59923-6546-AB3B-534C-22113CD9D67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01353" y="-1"/>
            <a:ext cx="3790650" cy="1155691"/>
          </a:xfrm>
          <a:custGeom>
            <a:avLst/>
            <a:gdLst>
              <a:gd name="connsiteX0" fmla="*/ 2293575 w 3790650"/>
              <a:gd name="connsiteY0" fmla="*/ 0 h 1155691"/>
              <a:gd name="connsiteX1" fmla="*/ 3790650 w 3790650"/>
              <a:gd name="connsiteY1" fmla="*/ 0 h 1155691"/>
              <a:gd name="connsiteX2" fmla="*/ 3790650 w 3790650"/>
              <a:gd name="connsiteY2" fmla="*/ 1098632 h 1155691"/>
              <a:gd name="connsiteX3" fmla="*/ 3775153 w 3790650"/>
              <a:gd name="connsiteY3" fmla="*/ 1104304 h 1155691"/>
              <a:gd name="connsiteX4" fmla="*/ 3435268 w 3790650"/>
              <a:gd name="connsiteY4" fmla="*/ 1155691 h 1155691"/>
              <a:gd name="connsiteX5" fmla="*/ 2292295 w 3790650"/>
              <a:gd name="connsiteY5" fmla="*/ 12701 h 1155691"/>
              <a:gd name="connsiteX6" fmla="*/ 1280 w 3790650"/>
              <a:gd name="connsiteY6" fmla="*/ 0 h 1155691"/>
              <a:gd name="connsiteX7" fmla="*/ 2284665 w 3790650"/>
              <a:gd name="connsiteY7" fmla="*/ 0 h 1155691"/>
              <a:gd name="connsiteX8" fmla="*/ 2285945 w 3790650"/>
              <a:gd name="connsiteY8" fmla="*/ 12701 h 1155691"/>
              <a:gd name="connsiteX9" fmla="*/ 1142973 w 3790650"/>
              <a:gd name="connsiteY9" fmla="*/ 1155691 h 1155691"/>
              <a:gd name="connsiteX10" fmla="*/ 0 w 3790650"/>
              <a:gd name="connsiteY10" fmla="*/ 12701 h 1155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790650" h="1155691">
                <a:moveTo>
                  <a:pt x="2293575" y="0"/>
                </a:moveTo>
                <a:lnTo>
                  <a:pt x="3790650" y="0"/>
                </a:lnTo>
                <a:lnTo>
                  <a:pt x="3790650" y="1098632"/>
                </a:lnTo>
                <a:lnTo>
                  <a:pt x="3775153" y="1104304"/>
                </a:lnTo>
                <a:cubicBezTo>
                  <a:pt x="3667783" y="1137700"/>
                  <a:pt x="3553627" y="1155691"/>
                  <a:pt x="3435268" y="1155691"/>
                </a:cubicBezTo>
                <a:cubicBezTo>
                  <a:pt x="2804021" y="1155691"/>
                  <a:pt x="2292295" y="643957"/>
                  <a:pt x="2292295" y="12701"/>
                </a:cubicBezTo>
                <a:close/>
                <a:moveTo>
                  <a:pt x="1280" y="0"/>
                </a:moveTo>
                <a:lnTo>
                  <a:pt x="2284665" y="0"/>
                </a:lnTo>
                <a:lnTo>
                  <a:pt x="2285945" y="12701"/>
                </a:lnTo>
                <a:cubicBezTo>
                  <a:pt x="2285945" y="643957"/>
                  <a:pt x="1774219" y="1155691"/>
                  <a:pt x="1142973" y="1155691"/>
                </a:cubicBezTo>
                <a:cubicBezTo>
                  <a:pt x="511726" y="1155691"/>
                  <a:pt x="0" y="643957"/>
                  <a:pt x="0" y="12701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880C9A0C-95B8-C535-9B78-63FDB782BE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-3" y="5727700"/>
            <a:ext cx="12192003" cy="1130300"/>
          </a:xfrm>
          <a:custGeom>
            <a:avLst/>
            <a:gdLst>
              <a:gd name="connsiteX0" fmla="*/ 11823828 w 12192003"/>
              <a:gd name="connsiteY0" fmla="*/ 0 h 1130300"/>
              <a:gd name="connsiteX1" fmla="*/ 12163721 w 12192003"/>
              <a:gd name="connsiteY1" fmla="*/ 51387 h 1130300"/>
              <a:gd name="connsiteX2" fmla="*/ 12192003 w 12192003"/>
              <a:gd name="connsiteY2" fmla="*/ 61738 h 1130300"/>
              <a:gd name="connsiteX3" fmla="*/ 12192003 w 12192003"/>
              <a:gd name="connsiteY3" fmla="*/ 1130300 h 1130300"/>
              <a:gd name="connsiteX4" fmla="*/ 10681469 w 12192003"/>
              <a:gd name="connsiteY4" fmla="*/ 1130300 h 1130300"/>
              <a:gd name="connsiteX5" fmla="*/ 10686729 w 12192003"/>
              <a:gd name="connsiteY5" fmla="*/ 1026126 h 1130300"/>
              <a:gd name="connsiteX6" fmla="*/ 11823828 w 12192003"/>
              <a:gd name="connsiteY6" fmla="*/ 0 h 1130300"/>
              <a:gd name="connsiteX7" fmla="*/ 9531478 w 12192003"/>
              <a:gd name="connsiteY7" fmla="*/ 0 h 1130300"/>
              <a:gd name="connsiteX8" fmla="*/ 10668577 w 12192003"/>
              <a:gd name="connsiteY8" fmla="*/ 1026126 h 1130300"/>
              <a:gd name="connsiteX9" fmla="*/ 10673837 w 12192003"/>
              <a:gd name="connsiteY9" fmla="*/ 1130300 h 1130300"/>
              <a:gd name="connsiteX10" fmla="*/ 8389119 w 12192003"/>
              <a:gd name="connsiteY10" fmla="*/ 1130300 h 1130300"/>
              <a:gd name="connsiteX11" fmla="*/ 8394379 w 12192003"/>
              <a:gd name="connsiteY11" fmla="*/ 1026126 h 1130300"/>
              <a:gd name="connsiteX12" fmla="*/ 9531478 w 12192003"/>
              <a:gd name="connsiteY12" fmla="*/ 0 h 1130300"/>
              <a:gd name="connsiteX13" fmla="*/ 7239129 w 12192003"/>
              <a:gd name="connsiteY13" fmla="*/ 0 h 1130300"/>
              <a:gd name="connsiteX14" fmla="*/ 8376227 w 12192003"/>
              <a:gd name="connsiteY14" fmla="*/ 1026126 h 1130300"/>
              <a:gd name="connsiteX15" fmla="*/ 8381487 w 12192003"/>
              <a:gd name="connsiteY15" fmla="*/ 1130300 h 1130300"/>
              <a:gd name="connsiteX16" fmla="*/ 6096769 w 12192003"/>
              <a:gd name="connsiteY16" fmla="*/ 1130300 h 1130300"/>
              <a:gd name="connsiteX17" fmla="*/ 6102029 w 12192003"/>
              <a:gd name="connsiteY17" fmla="*/ 1026126 h 1130300"/>
              <a:gd name="connsiteX18" fmla="*/ 7239129 w 12192003"/>
              <a:gd name="connsiteY18" fmla="*/ 0 h 1130300"/>
              <a:gd name="connsiteX19" fmla="*/ 4946780 w 12192003"/>
              <a:gd name="connsiteY19" fmla="*/ 0 h 1130300"/>
              <a:gd name="connsiteX20" fmla="*/ 6083878 w 12192003"/>
              <a:gd name="connsiteY20" fmla="*/ 1026126 h 1130300"/>
              <a:gd name="connsiteX21" fmla="*/ 6089139 w 12192003"/>
              <a:gd name="connsiteY21" fmla="*/ 1130300 h 1130300"/>
              <a:gd name="connsiteX22" fmla="*/ 3804423 w 12192003"/>
              <a:gd name="connsiteY22" fmla="*/ 1130300 h 1130300"/>
              <a:gd name="connsiteX23" fmla="*/ 3809684 w 12192003"/>
              <a:gd name="connsiteY23" fmla="*/ 1026126 h 1130300"/>
              <a:gd name="connsiteX24" fmla="*/ 4946780 w 12192003"/>
              <a:gd name="connsiteY24" fmla="*/ 0 h 1130300"/>
              <a:gd name="connsiteX25" fmla="*/ 2654431 w 12192003"/>
              <a:gd name="connsiteY25" fmla="*/ 0 h 1130300"/>
              <a:gd name="connsiteX26" fmla="*/ 3791530 w 12192003"/>
              <a:gd name="connsiteY26" fmla="*/ 1026126 h 1130300"/>
              <a:gd name="connsiteX27" fmla="*/ 3796791 w 12192003"/>
              <a:gd name="connsiteY27" fmla="*/ 1130300 h 1130300"/>
              <a:gd name="connsiteX28" fmla="*/ 1512072 w 12192003"/>
              <a:gd name="connsiteY28" fmla="*/ 1130300 h 1130300"/>
              <a:gd name="connsiteX29" fmla="*/ 1517332 w 12192003"/>
              <a:gd name="connsiteY29" fmla="*/ 1026126 h 1130300"/>
              <a:gd name="connsiteX30" fmla="*/ 2654431 w 12192003"/>
              <a:gd name="connsiteY30" fmla="*/ 0 h 1130300"/>
              <a:gd name="connsiteX31" fmla="*/ 362080 w 12192003"/>
              <a:gd name="connsiteY31" fmla="*/ 0 h 1130300"/>
              <a:gd name="connsiteX32" fmla="*/ 1499179 w 12192003"/>
              <a:gd name="connsiteY32" fmla="*/ 1026126 h 1130300"/>
              <a:gd name="connsiteX33" fmla="*/ 1504439 w 12192003"/>
              <a:gd name="connsiteY33" fmla="*/ 1130300 h 1130300"/>
              <a:gd name="connsiteX34" fmla="*/ 0 w 12192003"/>
              <a:gd name="connsiteY34" fmla="*/ 1130300 h 1130300"/>
              <a:gd name="connsiteX35" fmla="*/ 0 w 12192003"/>
              <a:gd name="connsiteY35" fmla="*/ 59507 h 1130300"/>
              <a:gd name="connsiteX36" fmla="*/ 22187 w 12192003"/>
              <a:gd name="connsiteY36" fmla="*/ 51387 h 1130300"/>
              <a:gd name="connsiteX37" fmla="*/ 362080 w 12192003"/>
              <a:gd name="connsiteY37" fmla="*/ 0 h 113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12192003" h="1130300">
                <a:moveTo>
                  <a:pt x="11823828" y="0"/>
                </a:moveTo>
                <a:cubicBezTo>
                  <a:pt x="11942189" y="0"/>
                  <a:pt x="12056349" y="17991"/>
                  <a:pt x="12163721" y="51387"/>
                </a:cubicBezTo>
                <a:lnTo>
                  <a:pt x="12192003" y="61738"/>
                </a:lnTo>
                <a:lnTo>
                  <a:pt x="12192003" y="1130300"/>
                </a:lnTo>
                <a:lnTo>
                  <a:pt x="10681469" y="1130300"/>
                </a:lnTo>
                <a:lnTo>
                  <a:pt x="10686729" y="1026126"/>
                </a:lnTo>
                <a:cubicBezTo>
                  <a:pt x="10745262" y="449767"/>
                  <a:pt x="11232021" y="0"/>
                  <a:pt x="11823828" y="0"/>
                </a:cubicBezTo>
                <a:close/>
                <a:moveTo>
                  <a:pt x="9531478" y="0"/>
                </a:moveTo>
                <a:cubicBezTo>
                  <a:pt x="10123285" y="0"/>
                  <a:pt x="10610044" y="449767"/>
                  <a:pt x="10668577" y="1026126"/>
                </a:cubicBezTo>
                <a:lnTo>
                  <a:pt x="10673837" y="1130300"/>
                </a:lnTo>
                <a:lnTo>
                  <a:pt x="8389119" y="1130300"/>
                </a:lnTo>
                <a:lnTo>
                  <a:pt x="8394379" y="1026126"/>
                </a:lnTo>
                <a:cubicBezTo>
                  <a:pt x="8452912" y="449767"/>
                  <a:pt x="8939671" y="0"/>
                  <a:pt x="9531478" y="0"/>
                </a:cubicBezTo>
                <a:close/>
                <a:moveTo>
                  <a:pt x="7239129" y="0"/>
                </a:moveTo>
                <a:cubicBezTo>
                  <a:pt x="7830936" y="0"/>
                  <a:pt x="8317694" y="449767"/>
                  <a:pt x="8376227" y="1026126"/>
                </a:cubicBezTo>
                <a:lnTo>
                  <a:pt x="8381487" y="1130300"/>
                </a:lnTo>
                <a:lnTo>
                  <a:pt x="6096769" y="1130300"/>
                </a:lnTo>
                <a:lnTo>
                  <a:pt x="6102029" y="1026126"/>
                </a:lnTo>
                <a:cubicBezTo>
                  <a:pt x="6160563" y="449767"/>
                  <a:pt x="6647322" y="0"/>
                  <a:pt x="7239129" y="0"/>
                </a:cubicBezTo>
                <a:close/>
                <a:moveTo>
                  <a:pt x="4946780" y="0"/>
                </a:moveTo>
                <a:cubicBezTo>
                  <a:pt x="5538587" y="0"/>
                  <a:pt x="6025345" y="449767"/>
                  <a:pt x="6083878" y="1026126"/>
                </a:cubicBezTo>
                <a:lnTo>
                  <a:pt x="6089139" y="1130300"/>
                </a:lnTo>
                <a:lnTo>
                  <a:pt x="3804423" y="1130300"/>
                </a:lnTo>
                <a:lnTo>
                  <a:pt x="3809684" y="1026126"/>
                </a:lnTo>
                <a:cubicBezTo>
                  <a:pt x="3868216" y="449767"/>
                  <a:pt x="4354972" y="0"/>
                  <a:pt x="4946780" y="0"/>
                </a:cubicBezTo>
                <a:close/>
                <a:moveTo>
                  <a:pt x="2654431" y="0"/>
                </a:moveTo>
                <a:cubicBezTo>
                  <a:pt x="3246238" y="0"/>
                  <a:pt x="3732997" y="449767"/>
                  <a:pt x="3791530" y="1026126"/>
                </a:cubicBezTo>
                <a:lnTo>
                  <a:pt x="3796791" y="1130300"/>
                </a:lnTo>
                <a:lnTo>
                  <a:pt x="1512072" y="1130300"/>
                </a:lnTo>
                <a:lnTo>
                  <a:pt x="1517332" y="1026126"/>
                </a:lnTo>
                <a:cubicBezTo>
                  <a:pt x="1575865" y="449767"/>
                  <a:pt x="2062624" y="0"/>
                  <a:pt x="2654431" y="0"/>
                </a:cubicBezTo>
                <a:close/>
                <a:moveTo>
                  <a:pt x="362080" y="0"/>
                </a:moveTo>
                <a:cubicBezTo>
                  <a:pt x="953887" y="0"/>
                  <a:pt x="1440646" y="449767"/>
                  <a:pt x="1499179" y="1026126"/>
                </a:cubicBezTo>
                <a:lnTo>
                  <a:pt x="1504439" y="1130300"/>
                </a:lnTo>
                <a:lnTo>
                  <a:pt x="0" y="1130300"/>
                </a:lnTo>
                <a:lnTo>
                  <a:pt x="0" y="59507"/>
                </a:lnTo>
                <a:lnTo>
                  <a:pt x="22187" y="51387"/>
                </a:lnTo>
                <a:cubicBezTo>
                  <a:pt x="129559" y="17991"/>
                  <a:pt x="243719" y="0"/>
                  <a:pt x="362080" y="0"/>
                </a:cubicBezTo>
                <a:close/>
              </a:path>
            </a:pathLst>
          </a:custGeom>
          <a:solidFill>
            <a:schemeClr val="accent6">
              <a:lumMod val="75000"/>
              <a:alpha val="25000"/>
            </a:schemeClr>
          </a:solidFill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2" name="Text Placeholder 61">
            <a:extLst>
              <a:ext uri="{FF2B5EF4-FFF2-40B4-BE49-F238E27FC236}">
                <a16:creationId xmlns:a16="http://schemas.microsoft.com/office/drawing/2014/main" id="{70972619-C968-1257-58C9-0DC66164291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5724189"/>
            <a:ext cx="1503729" cy="1133811"/>
          </a:xfrm>
          <a:custGeom>
            <a:avLst/>
            <a:gdLst>
              <a:gd name="connsiteX0" fmla="*/ 367995 w 1503729"/>
              <a:gd name="connsiteY0" fmla="*/ 19 h 1133811"/>
              <a:gd name="connsiteX1" fmla="*/ 1481576 w 1503729"/>
              <a:gd name="connsiteY1" fmla="*/ 913359 h 1133811"/>
              <a:gd name="connsiteX2" fmla="*/ 1503729 w 1503729"/>
              <a:gd name="connsiteY2" fmla="*/ 1133811 h 1133811"/>
              <a:gd name="connsiteX3" fmla="*/ 1371482 w 1503729"/>
              <a:gd name="connsiteY3" fmla="*/ 1133811 h 1133811"/>
              <a:gd name="connsiteX4" fmla="*/ 1275407 w 1503729"/>
              <a:gd name="connsiteY4" fmla="*/ 1118667 h 1133811"/>
              <a:gd name="connsiteX5" fmla="*/ 367995 w 1503729"/>
              <a:gd name="connsiteY5" fmla="*/ 19 h 1133811"/>
              <a:gd name="connsiteX6" fmla="*/ 367996 w 1503729"/>
              <a:gd name="connsiteY6" fmla="*/ 0 h 1133811"/>
              <a:gd name="connsiteX7" fmla="*/ 33218 w 1503729"/>
              <a:gd name="connsiteY7" fmla="*/ 808204 h 1133811"/>
              <a:gd name="connsiteX8" fmla="*/ 0 w 1503729"/>
              <a:gd name="connsiteY8" fmla="*/ 838393 h 1133811"/>
              <a:gd name="connsiteX9" fmla="*/ 0 w 1503729"/>
              <a:gd name="connsiteY9" fmla="*/ 61671 h 1133811"/>
              <a:gd name="connsiteX10" fmla="*/ 28102 w 1503729"/>
              <a:gd name="connsiteY10" fmla="*/ 51386 h 1133811"/>
              <a:gd name="connsiteX11" fmla="*/ 367996 w 1503729"/>
              <a:gd name="connsiteY11" fmla="*/ 0 h 11338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03729" h="1133811">
                <a:moveTo>
                  <a:pt x="367995" y="19"/>
                </a:moveTo>
                <a:cubicBezTo>
                  <a:pt x="917788" y="3008"/>
                  <a:pt x="1375686" y="394157"/>
                  <a:pt x="1481576" y="913359"/>
                </a:cubicBezTo>
                <a:lnTo>
                  <a:pt x="1503729" y="1133811"/>
                </a:lnTo>
                <a:lnTo>
                  <a:pt x="1371482" y="1133811"/>
                </a:lnTo>
                <a:lnTo>
                  <a:pt x="1275407" y="1118667"/>
                </a:lnTo>
                <a:cubicBezTo>
                  <a:pt x="757177" y="1010082"/>
                  <a:pt x="368000" y="550498"/>
                  <a:pt x="367995" y="19"/>
                </a:cubicBezTo>
                <a:close/>
                <a:moveTo>
                  <a:pt x="367996" y="0"/>
                </a:moveTo>
                <a:cubicBezTo>
                  <a:pt x="367996" y="315623"/>
                  <a:pt x="240061" y="601366"/>
                  <a:pt x="33218" y="808204"/>
                </a:cubicBezTo>
                <a:lnTo>
                  <a:pt x="0" y="838393"/>
                </a:lnTo>
                <a:lnTo>
                  <a:pt x="0" y="61671"/>
                </a:lnTo>
                <a:lnTo>
                  <a:pt x="28102" y="51386"/>
                </a:lnTo>
                <a:cubicBezTo>
                  <a:pt x="135475" y="17991"/>
                  <a:pt x="249634" y="0"/>
                  <a:pt x="367996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Text Placeholder 92">
            <a:extLst>
              <a:ext uri="{FF2B5EF4-FFF2-40B4-BE49-F238E27FC236}">
                <a16:creationId xmlns:a16="http://schemas.microsoft.com/office/drawing/2014/main" id="{0A4A3873-48BC-94DF-6006-FC7F81660A5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01353" y="0"/>
            <a:ext cx="3790647" cy="1143002"/>
          </a:xfrm>
          <a:custGeom>
            <a:avLst/>
            <a:gdLst>
              <a:gd name="connsiteX0" fmla="*/ 3790647 w 3790647"/>
              <a:gd name="connsiteY0" fmla="*/ 304585 h 1143002"/>
              <a:gd name="connsiteX1" fmla="*/ 3790647 w 3790647"/>
              <a:gd name="connsiteY1" fmla="*/ 1081329 h 1143002"/>
              <a:gd name="connsiteX2" fmla="*/ 3762543 w 3790647"/>
              <a:gd name="connsiteY2" fmla="*/ 1091615 h 1143002"/>
              <a:gd name="connsiteX3" fmla="*/ 3422649 w 3790647"/>
              <a:gd name="connsiteY3" fmla="*/ 1143002 h 1143002"/>
              <a:gd name="connsiteX4" fmla="*/ 3757427 w 3790647"/>
              <a:gd name="connsiteY4" fmla="*/ 334777 h 1143002"/>
              <a:gd name="connsiteX5" fmla="*/ 2285997 w 3790647"/>
              <a:gd name="connsiteY5" fmla="*/ 17 h 1143002"/>
              <a:gd name="connsiteX6" fmla="*/ 3422650 w 3790647"/>
              <a:gd name="connsiteY6" fmla="*/ 1142983 h 1143002"/>
              <a:gd name="connsiteX7" fmla="*/ 2285997 w 3790647"/>
              <a:gd name="connsiteY7" fmla="*/ 17 h 1143002"/>
              <a:gd name="connsiteX8" fmla="*/ 0 w 3790647"/>
              <a:gd name="connsiteY8" fmla="*/ 17 h 1143002"/>
              <a:gd name="connsiteX9" fmla="*/ 1136650 w 3790647"/>
              <a:gd name="connsiteY9" fmla="*/ 1142983 h 1143002"/>
              <a:gd name="connsiteX10" fmla="*/ 0 w 3790647"/>
              <a:gd name="connsiteY10" fmla="*/ 17 h 1143002"/>
              <a:gd name="connsiteX11" fmla="*/ 2279650 w 3790647"/>
              <a:gd name="connsiteY11" fmla="*/ 0 h 1143002"/>
              <a:gd name="connsiteX12" fmla="*/ 1136650 w 3790647"/>
              <a:gd name="connsiteY12" fmla="*/ 1143002 h 1143002"/>
              <a:gd name="connsiteX13" fmla="*/ 2279650 w 3790647"/>
              <a:gd name="connsiteY13" fmla="*/ 0 h 1143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790647" h="1143002">
                <a:moveTo>
                  <a:pt x="3790647" y="304585"/>
                </a:moveTo>
                <a:lnTo>
                  <a:pt x="3790647" y="1081329"/>
                </a:lnTo>
                <a:lnTo>
                  <a:pt x="3762543" y="1091615"/>
                </a:lnTo>
                <a:cubicBezTo>
                  <a:pt x="3655170" y="1125011"/>
                  <a:pt x="3541011" y="1143002"/>
                  <a:pt x="3422649" y="1143002"/>
                </a:cubicBezTo>
                <a:cubicBezTo>
                  <a:pt x="3422649" y="827371"/>
                  <a:pt x="3550584" y="541620"/>
                  <a:pt x="3757427" y="334777"/>
                </a:cubicBezTo>
                <a:close/>
                <a:moveTo>
                  <a:pt x="2285997" y="17"/>
                </a:moveTo>
                <a:cubicBezTo>
                  <a:pt x="2914332" y="3435"/>
                  <a:pt x="3422644" y="513848"/>
                  <a:pt x="3422650" y="1142983"/>
                </a:cubicBezTo>
                <a:cubicBezTo>
                  <a:pt x="2794315" y="1139567"/>
                  <a:pt x="2286006" y="629153"/>
                  <a:pt x="2285997" y="17"/>
                </a:cubicBezTo>
                <a:close/>
                <a:moveTo>
                  <a:pt x="0" y="17"/>
                </a:moveTo>
                <a:cubicBezTo>
                  <a:pt x="628334" y="3435"/>
                  <a:pt x="1136644" y="513848"/>
                  <a:pt x="1136650" y="1142983"/>
                </a:cubicBezTo>
                <a:cubicBezTo>
                  <a:pt x="508316" y="1139567"/>
                  <a:pt x="9" y="629153"/>
                  <a:pt x="0" y="17"/>
                </a:cubicBezTo>
                <a:close/>
                <a:moveTo>
                  <a:pt x="2279650" y="0"/>
                </a:moveTo>
                <a:cubicBezTo>
                  <a:pt x="2279650" y="631263"/>
                  <a:pt x="1767910" y="1143002"/>
                  <a:pt x="1136650" y="1143002"/>
                </a:cubicBezTo>
                <a:cubicBezTo>
                  <a:pt x="1136650" y="511739"/>
                  <a:pt x="1648390" y="0"/>
                  <a:pt x="2279650" y="0"/>
                </a:cubicBezTo>
                <a:close/>
              </a:path>
            </a:pathLst>
          </a:custGeom>
          <a:solidFill>
            <a:schemeClr val="accent6">
              <a:lumMod val="60000"/>
              <a:lumOff val="40000"/>
              <a:alpha val="20000"/>
            </a:schemeClr>
          </a:solidFill>
          <a:ln w="4154" cap="flat">
            <a:noFill/>
            <a:prstDash val="solid"/>
            <a:miter/>
          </a:ln>
        </p:spPr>
        <p:txBody>
          <a:bodyPr wrap="square">
            <a:noAutofit/>
          </a:bodyPr>
          <a:lstStyle>
            <a:lvl1pPr>
              <a:defRPr>
                <a:noFill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20" name="Graphic 119">
            <a:extLst>
              <a:ext uri="{FF2B5EF4-FFF2-40B4-BE49-F238E27FC236}">
                <a16:creationId xmlns:a16="http://schemas.microsoft.com/office/drawing/2014/main" id="{9C01A786-0C1A-6C4A-1466-1AE233D142A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8908" b="83148"/>
          <a:stretch/>
        </p:blipFill>
        <p:spPr>
          <a:xfrm>
            <a:off x="8401354" y="12700"/>
            <a:ext cx="3790646" cy="1155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9718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6EFAB6-9929-05A9-6675-E5BED64C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FFF936-90D0-0CB6-CC19-309D0A01B2D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/>
              <a:t>FOOTER TITLE</a:t>
            </a:r>
            <a:endParaRPr lang="en-US" noProof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E5B753-78F3-B16F-EFA3-9B8555A3D6D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2940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0059F316-9319-477C-3BD8-C3B19F248A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7659"/>
          <a:stretch/>
        </p:blipFill>
        <p:spPr>
          <a:xfrm>
            <a:off x="10687350" y="12700"/>
            <a:ext cx="1504649" cy="6858000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AEF98D51-D262-470D-2214-A8A0EDB7362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4584700"/>
            <a:ext cx="1504649" cy="2286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480B83D-EEC7-5C2D-9338-841D005457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2297076"/>
            <a:ext cx="1504649" cy="2286000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69BE97B1-E4D2-AA2A-1E85-0D59873513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/>
          <a:stretch/>
        </p:blipFill>
        <p:spPr>
          <a:xfrm>
            <a:off x="10687351" y="9452"/>
            <a:ext cx="1504649" cy="22860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F227120C-DBC1-2EDA-E58C-E1DAD7E550F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83283" r="50000"/>
          <a:stretch/>
        </p:blipFill>
        <p:spPr>
          <a:xfrm>
            <a:off x="0" y="5731979"/>
            <a:ext cx="6096000" cy="1146408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3FDA3437-5725-1727-4B8A-FCE59556193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5C8D2AF-CEDF-4131-723C-91569E90C2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07285C8-D51D-91BB-C356-908E676070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 anchor="t"/>
          <a:lstStyle>
            <a:lvl1pPr>
              <a:defRPr sz="2000" cap="all" spc="3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Content Placeholder 12">
            <a:extLst>
              <a:ext uri="{FF2B5EF4-FFF2-40B4-BE49-F238E27FC236}">
                <a16:creationId xmlns:a16="http://schemas.microsoft.com/office/drawing/2014/main" id="{854FEE13-908D-1E41-D8D6-51FE4B1E0A0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1536827"/>
            <a:ext cx="2862072" cy="4479925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Aft>
                <a:spcPts val="1800"/>
              </a:spcAft>
              <a:buSzPct val="100000"/>
              <a:buNone/>
              <a:defRPr sz="2000" b="1"/>
            </a:lvl1pPr>
            <a:lvl2pPr>
              <a:buSzPct val="100000"/>
              <a:defRPr sz="2000"/>
            </a:lvl2pPr>
            <a:lvl3pPr>
              <a:buSzPct val="100000"/>
              <a:defRPr sz="1800"/>
            </a:lvl3pPr>
            <a:lvl4pPr>
              <a:buSzPct val="100000"/>
              <a:defRPr sz="1800"/>
            </a:lvl4pPr>
            <a:lvl5pPr>
              <a:buSzPct val="100000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4D580F1D-9A19-7B41-1ACE-62B7B544425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91456" y="1536827"/>
            <a:ext cx="5650992" cy="4480560"/>
          </a:xfrm>
        </p:spPr>
        <p:txBody>
          <a:bodyPr>
            <a:normAutofit/>
          </a:bodyPr>
          <a:lstStyle>
            <a:lvl1pPr marL="457200" indent="-45720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AutoNum type="arabicPeriod"/>
              <a:defRPr sz="2000"/>
            </a:lvl1pPr>
            <a:lvl2pPr marL="914400" indent="-457200">
              <a:buSzPct val="100000"/>
              <a:buFont typeface="+mj-lt"/>
              <a:buAutoNum type="alphaLcPeriod"/>
              <a:defRPr sz="2000"/>
            </a:lvl2pPr>
            <a:lvl3pPr marL="1371600" indent="-457200">
              <a:buSzPct val="100000"/>
              <a:buFont typeface="+mj-lt"/>
              <a:buAutoNum type="romanLcPeriod"/>
              <a:defRPr sz="1800"/>
            </a:lvl3pPr>
            <a:lvl4pPr marL="1828800" indent="-457200">
              <a:buSzPct val="100000"/>
              <a:buFont typeface="+mj-lt"/>
              <a:buAutoNum type="arabicParenR"/>
              <a:defRPr sz="1800"/>
            </a:lvl4pPr>
            <a:lvl5pPr marL="2286000" indent="-457200">
              <a:buSzPct val="100000"/>
              <a:buFont typeface="+mj-lt"/>
              <a:buAutoNum type="alphaLcParenR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4D0E8A-D840-3B34-461F-395ACC9FA82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8E551C-14F1-4049-29C9-7A53E172F8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607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610FBCDE-EE59-33A6-32CA-9F6279AA43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12700"/>
            <a:ext cx="12192000" cy="68580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E45A58EF-738C-B1BA-F49A-84ADB68F8A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49858"/>
          <a:stretch/>
        </p:blipFill>
        <p:spPr>
          <a:xfrm>
            <a:off x="8401354" y="9452"/>
            <a:ext cx="2286000" cy="114624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F78E2C-6843-1373-E993-79393D8584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49858"/>
          <a:stretch/>
        </p:blipFill>
        <p:spPr>
          <a:xfrm>
            <a:off x="10687351" y="9452"/>
            <a:ext cx="1504649" cy="114624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9559DD38-C8CC-7B28-F492-ACB263A814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" b="50186"/>
          <a:stretch/>
        </p:blipFill>
        <p:spPr>
          <a:xfrm rot="10800000">
            <a:off x="1504646" y="5731981"/>
            <a:ext cx="2286000" cy="1138718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8DEFF3B2-90E8-5D9B-CEA8-00B05000BF0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34180" b="50186"/>
          <a:stretch/>
        </p:blipFill>
        <p:spPr>
          <a:xfrm rot="10800000">
            <a:off x="-3" y="5731980"/>
            <a:ext cx="1504649" cy="1138720"/>
          </a:xfrm>
          <a:prstGeom prst="rect">
            <a:avLst/>
          </a:prstGeom>
        </p:spPr>
      </p:pic>
      <p:sp>
        <p:nvSpPr>
          <p:cNvPr id="13" name="Title 123">
            <a:extLst>
              <a:ext uri="{FF2B5EF4-FFF2-40B4-BE49-F238E27FC236}">
                <a16:creationId xmlns:a16="http://schemas.microsoft.com/office/drawing/2014/main" id="{0B9C7C4B-FC2C-5D51-5679-3D5ED8518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3" y="832104"/>
            <a:ext cx="10479088" cy="2587625"/>
          </a:xfrm>
        </p:spPr>
        <p:txBody>
          <a:bodyPr anchor="t"/>
          <a:lstStyle>
            <a:lvl1pPr>
              <a:lnSpc>
                <a:spcPct val="75000"/>
              </a:lnSpc>
              <a:defRPr sz="8000" b="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9F5B69-7199-E3E6-5554-6CC2207D48E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41375" y="3705309"/>
            <a:ext cx="10479088" cy="2587625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b="1" i="0" cap="all" spc="3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309312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494E3-91E6-1043-62D4-1B9E4E3683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1540AE-A68D-6368-E9DF-F2B118F3BF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EB065-7945-FD92-82EC-5370CCE3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52E382-99C6-C3DB-6F9D-06EB92EB0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38552D-5DEB-71E8-D0BD-AAD38A366C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007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B8114-DD85-8EE9-A24E-75E8066F7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92117-A0C1-4565-7EB3-1B7AFADB75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A9522-3B1C-15E7-EEF7-70853D020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1512-5F10-EBBD-7743-B9B0D6C81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1222B6-EBDE-137B-392C-48CA4566A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55469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3110C-3A4C-3F4B-8C30-FA9D364FA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470841-B779-0EDA-B052-853BCE803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13466-5F5E-23D5-1DE7-485F25B7C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AAAB-F215-A28F-DDFD-B075E0EF5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A9AFB0-9103-C3FD-9A8D-466454014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258628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26972-5A52-7025-6C2C-EA7503EAB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4F552-7E85-AA13-D860-F824CFA960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A0FDFD-58D0-BEC6-B030-FBA6465D7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9E50E8-9C75-F085-70FB-67397EC42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E31038-CBF2-89AD-68DA-14350D975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B71AB3-7A81-C4D1-2AC3-28C154D9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61324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D9E8E-F19D-8C9F-8984-6D31F7D15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8CB0A-F8A0-0320-B653-716BC6A1B9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A1C7C9-744B-7124-F789-17EC519E9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47049D-B594-41E7-9FE2-CD0345E2A9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6C698-929B-C458-C899-C523A29F15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147EF1-8F06-383B-B483-6E7054A06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A45910-6ADE-71A6-87FB-C1434C291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BFD056-92F5-79C0-E00E-02FFBB50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107165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9BCEB-C4DA-2E45-A66B-A461434A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7D4E54-0E7B-F85E-BFCE-F4B1D82E9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806414-F8B1-B85C-3C8D-BDCB50DA8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DF1A6D-2458-CDF5-2013-FE9E9B433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1718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098620-366B-2745-F0A3-64B55B5FB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F2EFD1-55D4-287A-5224-52CFD9871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6F8664-ECE5-AED7-FEEA-00E47754A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3959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BFFC0-A270-F86B-6CC8-3EA8054B2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2F41FA-6238-5121-7497-CF457A78D9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944A5-EB1A-82CF-F2BC-8D56375BA6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CE796-5A59-49D4-2569-F94D6518E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6588F3-AE09-83C0-7082-AA722D9F6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04887-5A05-9B57-7446-C9E228EC6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86646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43D3C-72F4-B9B2-FB96-B94602485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AEE0B8-9050-EE34-1A40-53DD1F4822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7FBF6-B099-0A42-07EF-AD7F4C29AF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C59648-4314-6670-1050-D300CAD39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B8281C-5B26-1767-A2A6-DAA9068964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F067A4-51CF-F214-C9E4-C769CDEE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90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768AA-643D-AAE9-4770-64599760B8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9E9E02-A4D0-DE50-9775-004CA160B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5BEB3-1172-AE1F-9A41-363CF631E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330CE-53FD-9B60-AD48-6FEE15A41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F3BB1-88C9-0224-B492-969504A0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17522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5CA620-DC2E-F737-C05C-5649DBD08C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F2DA05-115E-BEA3-FCD8-04B51B2557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2CE86-4D28-62BF-64BB-F5EB7ED9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55EB70-71AE-E1E8-BB8E-B753B886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B02507-F3E4-88B1-A934-C93B44297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9332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292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152000"/>
            <a:ext cx="11329200" cy="50392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2000" y="6365893"/>
            <a:ext cx="4114800" cy="22671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noProof="0" dirty="0"/>
              <a:t>FOOTER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F7E44-8ABB-4ABE-998C-AFEFE7AA05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7936" y="6385422"/>
            <a:ext cx="843264" cy="288000"/>
          </a:xfrm>
          <a:prstGeom prst="rect">
            <a:avLst/>
          </a:prstGeom>
          <a:noFill/>
        </p:spPr>
        <p:txBody>
          <a:bodyPr lIns="0" tIns="0" rIns="0" bIns="0" anchor="ctr"/>
          <a:lstStyle>
            <a:lvl1pPr algn="r">
              <a:defRPr lang="en-ZA" sz="1000" b="0" smtClean="0">
                <a:solidFill>
                  <a:sysClr val="windowText" lastClr="000000"/>
                </a:solidFill>
              </a:defRPr>
            </a:lvl1pPr>
          </a:lstStyle>
          <a:p>
            <a:fld id="{B67B645E-C5E5-4727-B977-D372A0AA71D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4" r:id="rId12"/>
    <p:sldLayoutId id="2147483702" r:id="rId13"/>
    <p:sldLayoutId id="2147483703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ZA" sz="3200" b="1" kern="1200" spc="-150" dirty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0"/>
        </a:spcBef>
        <a:spcAft>
          <a:spcPts val="1800"/>
        </a:spcAft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500"/>
        </a:spcBef>
        <a:buSzPct val="75000"/>
        <a:buFont typeface="Arial" panose="020B0604020202020204" pitchFamily="34" charset="0"/>
        <a:buChar char="•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64D117-3718-45A3-AE24-DEC3A9EE5B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A65E66-1599-E334-67C1-8E737CEAA1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8E7A8-80F8-57C4-8272-DDDE97DA4C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92CD40-F42A-4452-A065-1229C76AC02D}" type="datetimeFigureOut">
              <a:rPr lang="en-IN" smtClean="0"/>
              <a:t>23-02-2026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400653-EF1B-7927-EE7E-FA2CEF1E5F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4C74E-1520-5A9C-EC5D-8F01EA2446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21C805-6C82-4BE2-B71E-4674EC0AEB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1795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F917E-922A-1054-6306-D37C378F1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841248"/>
            <a:ext cx="10479024" cy="557784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By </a:t>
            </a:r>
            <a:r>
              <a:rPr lang="en-US" dirty="0" err="1">
                <a:solidFill>
                  <a:schemeClr val="tx2"/>
                </a:solidFill>
              </a:rPr>
              <a:t>patel</a:t>
            </a:r>
            <a:r>
              <a:rPr lang="en-US" dirty="0">
                <a:solidFill>
                  <a:schemeClr val="tx2"/>
                </a:solidFill>
              </a:rPr>
              <a:t> meet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 err="1">
                <a:solidFill>
                  <a:schemeClr val="tx2"/>
                </a:solidFill>
              </a:rPr>
              <a:t>sql</a:t>
            </a:r>
            <a:r>
              <a:rPr lang="en-US" dirty="0">
                <a:solidFill>
                  <a:schemeClr val="tx2"/>
                </a:solidFill>
              </a:rPr>
              <a:t> project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3D50B0-02F8-A1E6-8A67-C0B7034A47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41247" y="1536192"/>
            <a:ext cx="10479215" cy="448056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PRSQL02</a:t>
            </a:r>
            <a:br>
              <a:rPr lang="en-US" dirty="0">
                <a:solidFill>
                  <a:schemeClr val="tx2"/>
                </a:solidFill>
              </a:rPr>
            </a:br>
            <a:r>
              <a:rPr lang="en-US" dirty="0">
                <a:solidFill>
                  <a:schemeClr val="tx2"/>
                </a:solidFill>
              </a:rPr>
              <a:t>Medical data history</a:t>
            </a:r>
          </a:p>
        </p:txBody>
      </p:sp>
    </p:spTree>
    <p:extLst>
      <p:ext uri="{BB962C8B-B14F-4D97-AF65-F5344CB8AC3E}">
        <p14:creationId xmlns:p14="http://schemas.microsoft.com/office/powerpoint/2010/main" val="1516999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5583C-137C-3B34-1566-6FE2596ED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ECFC9BDD-13F3-B7A1-CC98-50E765B92692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1A1A5AEE-1051-DE5E-C43A-1C0659A406FB}"/>
              </a:ext>
            </a:extLst>
          </p:cNvPr>
          <p:cNvSpPr/>
          <p:nvPr/>
        </p:nvSpPr>
        <p:spPr>
          <a:xfrm>
            <a:off x="0" y="997970"/>
            <a:ext cx="5712541" cy="109208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D8D83-4D91-6361-46C2-0BC6BE231C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A65D2385-E656-1D81-F98C-057E83231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759" r="27335" b="-759"/>
          <a:stretch>
            <a:fillRect/>
          </a:stretch>
        </p:blipFill>
        <p:spPr>
          <a:xfrm>
            <a:off x="255324" y="2221468"/>
            <a:ext cx="4478455" cy="449624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F70EE1A8-2DE3-BB3A-01D0-BC377E1ADE42}"/>
              </a:ext>
            </a:extLst>
          </p:cNvPr>
          <p:cNvSpPr txBox="1">
            <a:spLocks/>
          </p:cNvSpPr>
          <p:nvPr/>
        </p:nvSpPr>
        <p:spPr>
          <a:xfrm>
            <a:off x="255324" y="163316"/>
            <a:ext cx="6037320" cy="45896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1. Show first name, last name, and gender of patients whose gender is 'M'</a:t>
            </a:r>
            <a:endParaRPr lang="en-IN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FDD0B6C-71AC-5122-D91A-88A31C7984F0}"/>
              </a:ext>
            </a:extLst>
          </p:cNvPr>
          <p:cNvSpPr txBox="1">
            <a:spLocks/>
          </p:cNvSpPr>
          <p:nvPr/>
        </p:nvSpPr>
        <p:spPr>
          <a:xfrm>
            <a:off x="-177293" y="1134017"/>
            <a:ext cx="5889834" cy="956040"/>
          </a:xfrm>
          <a:prstGeom prst="flowChartTerminator">
            <a:avLst/>
          </a:prstGeom>
          <a:scene3d>
            <a:camera prst="obliqueTopRight"/>
            <a:lightRig rig="threePt" dir="t"/>
          </a:scene3d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gender from patients where gender='M';</a:t>
            </a:r>
            <a:endParaRPr lang="en-IN" sz="15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EFEE3AD7-A468-24B9-A380-12F697597218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D6DAD67-A2DA-78C2-CA61-BBFB1491073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860242914"/>
                  </p:ext>
                </p:extLst>
              </p:nvPr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D6DAD67-A2DA-78C2-CA61-BBFB1491073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01BBBC96-652F-46FD-DE3A-87A6671F4226}"/>
              </a:ext>
            </a:extLst>
          </p:cNvPr>
          <p:cNvSpPr/>
          <p:nvPr/>
        </p:nvSpPr>
        <p:spPr>
          <a:xfrm>
            <a:off x="6479461" y="989091"/>
            <a:ext cx="5712541" cy="109208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first_name,last_name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allergies is null;</a:t>
            </a:r>
            <a:endParaRPr lang="en-IN" sz="1500" dirty="0">
              <a:solidFill>
                <a:schemeClr val="lt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5BAF5B-B862-EA33-E7DB-1DECFF4AABE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3393"/>
          <a:stretch>
            <a:fillRect/>
          </a:stretch>
        </p:blipFill>
        <p:spPr>
          <a:xfrm>
            <a:off x="7146296" y="2221469"/>
            <a:ext cx="4821677" cy="44962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9FF03E-A488-574C-FDD0-D3EC3B3BEF1B}"/>
              </a:ext>
            </a:extLst>
          </p:cNvPr>
          <p:cNvSpPr txBox="1"/>
          <p:nvPr/>
        </p:nvSpPr>
        <p:spPr>
          <a:xfrm>
            <a:off x="6292644" y="129028"/>
            <a:ext cx="5712541" cy="48141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2. Show first name and last name of patients who does not have allergies.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29770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3A37B-313F-DC74-67DA-E0D09D251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7698D8D0-2791-C349-1FCE-0C404C2134A1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1741D847-C6B6-CD22-C644-EDB637382E2B}"/>
              </a:ext>
            </a:extLst>
          </p:cNvPr>
          <p:cNvSpPr/>
          <p:nvPr/>
        </p:nvSpPr>
        <p:spPr>
          <a:xfrm>
            <a:off x="4759" y="1055195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Q3: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like 'c%';</a:t>
            </a:r>
            <a:endParaRPr lang="en-IN" sz="15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 algn="ctr"/>
            <a:endParaRPr lang="en-IN" dirty="0">
              <a:solidFill>
                <a:schemeClr val="l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856D2C-DAF7-5B32-DEAD-F75AB2E7776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7279A9BC-624F-C482-CFFA-B4A9F1F53A81}"/>
              </a:ext>
            </a:extLst>
          </p:cNvPr>
          <p:cNvSpPr txBox="1">
            <a:spLocks/>
          </p:cNvSpPr>
          <p:nvPr/>
        </p:nvSpPr>
        <p:spPr>
          <a:xfrm>
            <a:off x="299064" y="114698"/>
            <a:ext cx="6037320" cy="45896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</a:pPr>
            <a:r>
              <a:rPr lang="en-US" sz="1400" dirty="0"/>
              <a:t>3. Show first name of patients that start with the letter 'C</a:t>
            </a:r>
            <a:r>
              <a:rPr lang="en-US" sz="1500" dirty="0"/>
              <a:t>'</a:t>
            </a:r>
            <a:endParaRPr lang="en-IN" sz="15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3F962EA6-5A58-8459-0C8B-A684F997B846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04EC80D-26BC-EAD1-693E-3CCCE7EB30E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04EC80D-26BC-EAD1-693E-3CCCE7EB30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8CECD24-C101-728F-6794-5EBFCC303452}"/>
              </a:ext>
            </a:extLst>
          </p:cNvPr>
          <p:cNvSpPr/>
          <p:nvPr/>
        </p:nvSpPr>
        <p:spPr>
          <a:xfrm>
            <a:off x="6479459" y="1076097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Q4: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weight between 100 and 120;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DA87A-C991-DB5E-CA22-30A741C77D4C}"/>
              </a:ext>
            </a:extLst>
          </p:cNvPr>
          <p:cNvSpPr txBox="1"/>
          <p:nvPr/>
        </p:nvSpPr>
        <p:spPr>
          <a:xfrm>
            <a:off x="6336384" y="41532"/>
            <a:ext cx="5785197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4. Show first name and last name of patients that weight within the range of 100 to 120 (inclusive)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10AA03-76C5-459C-D187-6AF5B75AC0F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2324" b="2187"/>
          <a:stretch>
            <a:fillRect/>
          </a:stretch>
        </p:blipFill>
        <p:spPr>
          <a:xfrm>
            <a:off x="299064" y="2310581"/>
            <a:ext cx="4498727" cy="389224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3A55BDC-197A-FCCC-A1E4-66085A1F7B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1290"/>
          <a:stretch>
            <a:fillRect/>
          </a:stretch>
        </p:blipFill>
        <p:spPr>
          <a:xfrm>
            <a:off x="7231520" y="2310577"/>
            <a:ext cx="4527883" cy="389224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49530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8372-4017-08CA-DDDD-49AFE9EAA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64AF443A-8CAF-E7C3-EEDE-D49F60CEA798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8BC3E446-8727-4994-98BE-E64B60F57C71}"/>
              </a:ext>
            </a:extLst>
          </p:cNvPr>
          <p:cNvSpPr/>
          <p:nvPr/>
        </p:nvSpPr>
        <p:spPr>
          <a:xfrm>
            <a:off x="0" y="1004941"/>
            <a:ext cx="5712541" cy="1128231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Q5: select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first_name,last_name,allergies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as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original_data,coalesce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(allergies, 'NKA') as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fixed_datafrom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patients; </a:t>
            </a:r>
            <a:endParaRPr lang="en-IN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4A870-D4E1-5F9A-7726-8152AA730D2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3A21071-C148-FF52-C795-7EF76831D0E2}"/>
              </a:ext>
            </a:extLst>
          </p:cNvPr>
          <p:cNvSpPr txBox="1">
            <a:spLocks/>
          </p:cNvSpPr>
          <p:nvPr/>
        </p:nvSpPr>
        <p:spPr>
          <a:xfrm>
            <a:off x="191442" y="41532"/>
            <a:ext cx="6037320" cy="7848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 dirty="0"/>
              <a:t>5. Update the patients table for the allergies column. If the patient's allergies is null then replace it with 'NKA</a:t>
            </a:r>
            <a:r>
              <a:rPr lang="en-US" sz="1500" dirty="0"/>
              <a:t>'</a:t>
            </a:r>
            <a:endParaRPr lang="en-IN" sz="15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03C6B035-7A7D-68A4-7718-F4E99D2EC027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85F6AA35-2660-3F23-733A-CE128FE8014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85F6AA35-2660-3F23-733A-CE128FE8014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2F1E7EC9-866F-CDC0-76F7-080ACAEE29D9}"/>
              </a:ext>
            </a:extLst>
          </p:cNvPr>
          <p:cNvSpPr/>
          <p:nvPr/>
        </p:nvSpPr>
        <p:spPr>
          <a:xfrm>
            <a:off x="6479461" y="1004941"/>
            <a:ext cx="5712541" cy="1128231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Q6: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concat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,' ',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full_name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patients;select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concat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,' ',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full_name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doctors;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AEC3CB-3945-881A-C6BE-7DB3065CDDE1}"/>
              </a:ext>
            </a:extLst>
          </p:cNvPr>
          <p:cNvSpPr txBox="1"/>
          <p:nvPr/>
        </p:nvSpPr>
        <p:spPr>
          <a:xfrm>
            <a:off x="6336384" y="41532"/>
            <a:ext cx="5785197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6. Show first name and last name concatenated into one column to show their full name.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71068029-A316-B913-21FE-5D5044E876A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61589" b="2164"/>
          <a:stretch>
            <a:fillRect/>
          </a:stretch>
        </p:blipFill>
        <p:spPr>
          <a:xfrm>
            <a:off x="191442" y="2379405"/>
            <a:ext cx="4606349" cy="3781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4DC9AD4-2411-2120-6A9A-69828207BE5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253" r="54173" b="3899"/>
          <a:stretch>
            <a:fillRect/>
          </a:stretch>
        </p:blipFill>
        <p:spPr>
          <a:xfrm>
            <a:off x="7394211" y="2379406"/>
            <a:ext cx="4366989" cy="3781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3184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09AB-B610-F998-D118-07A8CCDF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173505BE-719D-A5D5-71EF-86A70C67F59A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C97A6D9E-3331-93CA-21E4-B5ECD98CD18B}"/>
              </a:ext>
            </a:extLst>
          </p:cNvPr>
          <p:cNvSpPr/>
          <p:nvPr/>
        </p:nvSpPr>
        <p:spPr>
          <a:xfrm>
            <a:off x="0" y="1116410"/>
            <a:ext cx="5712541" cy="122824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Q7: SELECT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p.first_name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p.last_name,pr.province_name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pJOIN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province_names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pr ON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p.province_id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pr.province_id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en-IN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D8212-778D-4BB2-B6A3-5644A3D83C9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70F7E-699C-7848-2FF4-A554C94E8ED3}"/>
              </a:ext>
            </a:extLst>
          </p:cNvPr>
          <p:cNvSpPr txBox="1">
            <a:spLocks/>
          </p:cNvSpPr>
          <p:nvPr/>
        </p:nvSpPr>
        <p:spPr>
          <a:xfrm>
            <a:off x="191442" y="41532"/>
            <a:ext cx="6037320" cy="7848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1400" dirty="0"/>
              <a:t>7. Show first name, last name, and the full province name of each patient.</a:t>
            </a:r>
            <a:endParaRPr lang="en-IN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11816A67-E416-D734-A6B3-C71732E4345A}"/>
              </a:ext>
            </a:extLst>
          </p:cNvPr>
          <p:cNvSpPr txBox="1">
            <a:spLocks/>
          </p:cNvSpPr>
          <p:nvPr/>
        </p:nvSpPr>
        <p:spPr>
          <a:xfrm>
            <a:off x="-177293" y="729574"/>
            <a:ext cx="5889834" cy="956040"/>
          </a:xfrm>
          <a:prstGeom prst="flowChartTerminator">
            <a:avLst/>
          </a:prstGeom>
          <a:scene3d>
            <a:camera prst="obliqueTopRight"/>
            <a:lightRig rig="threePt" dir="t"/>
          </a:scene3d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5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FF1062C3-12EA-FDC4-BEAC-C8753EB5F41C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9FC6DC60-0AB6-EB2B-B228-66FF1648F265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9FC6DC60-0AB6-EB2B-B228-66FF1648F265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05616705-F5BA-5E22-3F75-C5942DD8BEFF}"/>
              </a:ext>
            </a:extLst>
          </p:cNvPr>
          <p:cNvSpPr/>
          <p:nvPr/>
        </p:nvSpPr>
        <p:spPr>
          <a:xfrm>
            <a:off x="6479461" y="1099961"/>
            <a:ext cx="5712541" cy="122824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Q8: select count(*) from patients where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birth_date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like '%2010';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B1CC08-DA80-27BA-9B5F-B3531668FB8F}"/>
              </a:ext>
            </a:extLst>
          </p:cNvPr>
          <p:cNvSpPr txBox="1"/>
          <p:nvPr/>
        </p:nvSpPr>
        <p:spPr>
          <a:xfrm>
            <a:off x="6336384" y="57574"/>
            <a:ext cx="5785197" cy="55399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8. Show how many patients have a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birth_date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with 2010 as the birth year</a:t>
            </a:r>
            <a:r>
              <a:rPr lang="en-US" sz="15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endParaRPr lang="en-IN" sz="15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BB79B59-00FD-558B-6F6F-0B7AD1DBB5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8092" r="73539"/>
          <a:stretch>
            <a:fillRect/>
          </a:stretch>
        </p:blipFill>
        <p:spPr>
          <a:xfrm>
            <a:off x="7394211" y="2584443"/>
            <a:ext cx="4366989" cy="342704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50C015A-79A9-DE42-3566-894302C64D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8750" b="2986"/>
          <a:stretch>
            <a:fillRect/>
          </a:stretch>
        </p:blipFill>
        <p:spPr>
          <a:xfrm>
            <a:off x="191443" y="2601798"/>
            <a:ext cx="4364999" cy="340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7824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B3BED5-C2B4-E809-AB81-A5288837D5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8B999FFF-F4F2-8B6F-97E4-D1224A3439EA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B94866B8-52C9-C75D-22DD-FC92354E7F07}"/>
              </a:ext>
            </a:extLst>
          </p:cNvPr>
          <p:cNvSpPr/>
          <p:nvPr/>
        </p:nvSpPr>
        <p:spPr>
          <a:xfrm>
            <a:off x="0" y="985134"/>
            <a:ext cx="5712541" cy="132938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Q9: select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first_name,last_name,height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height = (select max(height)from patients);</a:t>
            </a:r>
            <a:endParaRPr lang="en-IN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88F367-213F-8E9A-3CEB-E58EBE2189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1F324D60-3F5B-4459-3ED3-A7129B660299}"/>
              </a:ext>
            </a:extLst>
          </p:cNvPr>
          <p:cNvSpPr txBox="1">
            <a:spLocks/>
          </p:cNvSpPr>
          <p:nvPr/>
        </p:nvSpPr>
        <p:spPr>
          <a:xfrm>
            <a:off x="191442" y="73616"/>
            <a:ext cx="6037320" cy="6214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9. Show the first name, last name, and height of the patient with the greatest height.</a:t>
            </a: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92807BFF-3CA3-5A7C-6E7A-A82C9E8ADA4A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0ABD8784-95D8-2113-1E44-68F3AB1365C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0ABD8784-95D8-2113-1E44-68F3AB1365C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0244EE13-CF26-DC8A-0224-C0702ABF3190}"/>
              </a:ext>
            </a:extLst>
          </p:cNvPr>
          <p:cNvSpPr/>
          <p:nvPr/>
        </p:nvSpPr>
        <p:spPr>
          <a:xfrm>
            <a:off x="6479461" y="983751"/>
            <a:ext cx="5712541" cy="1329384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Q10: select * from patients where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patient_id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in (1,45,539,879,1000);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415E26-F31F-5BF7-30D6-D366921662CE}"/>
              </a:ext>
            </a:extLst>
          </p:cNvPr>
          <p:cNvSpPr txBox="1"/>
          <p:nvPr/>
        </p:nvSpPr>
        <p:spPr>
          <a:xfrm>
            <a:off x="6336384" y="57574"/>
            <a:ext cx="5785197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10. Show all columns for patients who have one of the following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patient_ids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: 1,45,534,879,1000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C4C6F71-D537-992F-66F3-4AE3DA21390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927" r="4373" b="41825"/>
          <a:stretch>
            <a:fillRect/>
          </a:stretch>
        </p:blipFill>
        <p:spPr>
          <a:xfrm>
            <a:off x="7323633" y="2601797"/>
            <a:ext cx="4437568" cy="3409691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34D89F1-68C5-4A5D-98AB-8EED9C5AD3F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07" r="41628" b="39813"/>
          <a:stretch>
            <a:fillRect/>
          </a:stretch>
        </p:blipFill>
        <p:spPr>
          <a:xfrm>
            <a:off x="189452" y="2601792"/>
            <a:ext cx="4365384" cy="340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5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883857-28AA-2D0B-1C3D-37A9DFC89A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284AB5F4-10A7-0671-7645-7D7A976D896C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A4B8AA29-40E6-09BA-4501-430FED280EF3}"/>
              </a:ext>
            </a:extLst>
          </p:cNvPr>
          <p:cNvSpPr/>
          <p:nvPr/>
        </p:nvSpPr>
        <p:spPr>
          <a:xfrm>
            <a:off x="-1" y="965438"/>
            <a:ext cx="5712541" cy="97573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Q11: select count(*) from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admissions;select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* from admissions;</a:t>
            </a:r>
            <a:endParaRPr lang="en-IN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4A66D9-0FB3-DE2E-8F84-1608B02A4BB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848C7437-7894-9360-38B3-2C163FC2C23C}"/>
              </a:ext>
            </a:extLst>
          </p:cNvPr>
          <p:cNvSpPr txBox="1">
            <a:spLocks/>
          </p:cNvSpPr>
          <p:nvPr/>
        </p:nvSpPr>
        <p:spPr>
          <a:xfrm>
            <a:off x="191442" y="73616"/>
            <a:ext cx="6037320" cy="6214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11. Show the total number of admissions</a:t>
            </a:r>
            <a:endParaRPr lang="en-IN" sz="14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3B0E9BA5-DF5E-1431-4AB0-F9E6A94DB221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52BE42B4-618A-6A7D-5491-8DB1948CD92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52BE42B4-618A-6A7D-5491-8DB1948CD9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9D8DEAAC-01D4-FBC7-E1E7-E3DE3DAE6EEF}"/>
              </a:ext>
            </a:extLst>
          </p:cNvPr>
          <p:cNvSpPr/>
          <p:nvPr/>
        </p:nvSpPr>
        <p:spPr>
          <a:xfrm>
            <a:off x="6442825" y="965437"/>
            <a:ext cx="5712541" cy="99242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Q12: select * from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admissionswhere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admission_date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discharge_date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53E418-BBF7-157F-49E5-CAB4CDC7DF80}"/>
              </a:ext>
            </a:extLst>
          </p:cNvPr>
          <p:cNvSpPr txBox="1"/>
          <p:nvPr/>
        </p:nvSpPr>
        <p:spPr>
          <a:xfrm>
            <a:off x="6336384" y="57574"/>
            <a:ext cx="5785197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12. Show all the columns from admissions where the patient was admitted and discharged on the same day</a:t>
            </a:r>
            <a:r>
              <a:rPr lang="en-US" sz="1400" dirty="0"/>
              <a:t>.</a:t>
            </a:r>
            <a:endParaRPr lang="en-IN" sz="140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CB03480-63E7-0B85-7E92-90D6252422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152" y="2163449"/>
            <a:ext cx="4678916" cy="387018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7ADA1167-5467-5E26-DDB6-E41CF4FB1BC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1357" b="3124"/>
          <a:stretch>
            <a:fillRect/>
          </a:stretch>
        </p:blipFill>
        <p:spPr>
          <a:xfrm>
            <a:off x="7303934" y="2163448"/>
            <a:ext cx="4457266" cy="387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8451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11CDB-28BE-B091-0216-F49498321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FE03B9B-BEBF-E62D-ECCF-0B2978600431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0D875482-179F-0D2E-54BE-D62279988402}"/>
              </a:ext>
            </a:extLst>
          </p:cNvPr>
          <p:cNvSpPr/>
          <p:nvPr/>
        </p:nvSpPr>
        <p:spPr>
          <a:xfrm>
            <a:off x="0" y="796238"/>
            <a:ext cx="5712541" cy="98895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Q13: select count(*) from admissions where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patient_id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'579';</a:t>
            </a:r>
            <a:endParaRPr lang="en-IN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6F2665-1732-B85D-CB30-E8A8883E4A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3265B311-3A96-CF7F-9609-B441DE6F2FDB}"/>
              </a:ext>
            </a:extLst>
          </p:cNvPr>
          <p:cNvSpPr txBox="1">
            <a:spLocks/>
          </p:cNvSpPr>
          <p:nvPr/>
        </p:nvSpPr>
        <p:spPr>
          <a:xfrm>
            <a:off x="191442" y="73616"/>
            <a:ext cx="6037320" cy="6214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13. Show the total number of admissions for </a:t>
            </a:r>
            <a:r>
              <a:rPr lang="en-US" sz="1400" dirty="0" err="1"/>
              <a:t>patient_id</a:t>
            </a:r>
            <a:r>
              <a:rPr lang="en-US" sz="1400" dirty="0"/>
              <a:t> 579.</a:t>
            </a:r>
            <a:endParaRPr lang="en-IN" sz="14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2A448AF2-5756-1750-B102-B7802D8C5473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47D402FD-F5D1-48A6-60ED-0DD32A9A0D83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47D402FD-F5D1-48A6-60ED-0DD32A9A0D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3966F347-D2CA-A71A-A3EB-F245986272FA}"/>
              </a:ext>
            </a:extLst>
          </p:cNvPr>
          <p:cNvSpPr/>
          <p:nvPr/>
        </p:nvSpPr>
        <p:spPr>
          <a:xfrm>
            <a:off x="6479461" y="855871"/>
            <a:ext cx="5712541" cy="103283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Q14: select distinct city from patients where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province_id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'NS';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172672-B09E-ECF6-2E75-D0C107A22EC6}"/>
              </a:ext>
            </a:extLst>
          </p:cNvPr>
          <p:cNvSpPr txBox="1"/>
          <p:nvPr/>
        </p:nvSpPr>
        <p:spPr>
          <a:xfrm>
            <a:off x="6336384" y="57574"/>
            <a:ext cx="5785197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14. Based on the cities that our patients live in, show unique cities that are in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province_id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'NS'?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EABC450-1F5B-8BF6-D8AC-0BD1861F43E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9016"/>
          <a:stretch>
            <a:fillRect/>
          </a:stretch>
        </p:blipFill>
        <p:spPr>
          <a:xfrm>
            <a:off x="191442" y="2067646"/>
            <a:ext cx="4580330" cy="391271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D23684A-CF48-2308-8923-ED934908D69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68024"/>
          <a:stretch>
            <a:fillRect/>
          </a:stretch>
        </p:blipFill>
        <p:spPr>
          <a:xfrm>
            <a:off x="7210638" y="2089417"/>
            <a:ext cx="4550561" cy="3912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23631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404D5-EFE8-72CB-1541-A689F8BB35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BBFDF42-D944-DD0F-8EC7-738ED7CA264D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920ABCDE-709D-ABAC-F1D5-F98A602848A2}"/>
              </a:ext>
            </a:extLst>
          </p:cNvPr>
          <p:cNvSpPr/>
          <p:nvPr/>
        </p:nvSpPr>
        <p:spPr>
          <a:xfrm>
            <a:off x="0" y="829156"/>
            <a:ext cx="5712541" cy="1122582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08802-3479-A293-62F2-64A3836FAE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491CB07-7105-57D4-8824-3BF78638915C}"/>
              </a:ext>
            </a:extLst>
          </p:cNvPr>
          <p:cNvSpPr txBox="1">
            <a:spLocks/>
          </p:cNvSpPr>
          <p:nvPr/>
        </p:nvSpPr>
        <p:spPr>
          <a:xfrm>
            <a:off x="127273" y="57574"/>
            <a:ext cx="6138687" cy="7848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15. Write a query to find the </a:t>
            </a:r>
            <a:r>
              <a:rPr lang="en-US" sz="1400" dirty="0" err="1"/>
              <a:t>first_name</a:t>
            </a:r>
            <a:r>
              <a:rPr lang="en-US" sz="1400" dirty="0"/>
              <a:t>, last name and birth date of patients who have height more than 160 and weight more than 70</a:t>
            </a:r>
            <a:endParaRPr lang="en-IN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73B3C3F-2B7A-AB9E-5089-58DF70E1320D}"/>
              </a:ext>
            </a:extLst>
          </p:cNvPr>
          <p:cNvSpPr txBox="1">
            <a:spLocks/>
          </p:cNvSpPr>
          <p:nvPr/>
        </p:nvSpPr>
        <p:spPr>
          <a:xfrm>
            <a:off x="-88647" y="826472"/>
            <a:ext cx="5889834" cy="956039"/>
          </a:xfrm>
          <a:prstGeom prst="flowChartTerminator">
            <a:avLst/>
          </a:prstGeom>
          <a:scene3d>
            <a:camera prst="obliqueTopRight"/>
            <a:lightRig rig="threePt" dir="t"/>
          </a:scene3d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Q15: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first_name,last_name,birth_date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height &gt; 160 and weight &gt; 70;</a:t>
            </a:r>
            <a:endParaRPr lang="en-IN" sz="15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3DEF1832-2789-486F-0B54-843BC13E7566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4693C76-570D-1370-BCEC-EEA4D14C37F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4693C76-570D-1370-BCEC-EEA4D14C37F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70ABC661-90D3-1213-28E6-848BA9928B2D}"/>
              </a:ext>
            </a:extLst>
          </p:cNvPr>
          <p:cNvSpPr/>
          <p:nvPr/>
        </p:nvSpPr>
        <p:spPr>
          <a:xfrm>
            <a:off x="6479461" y="846510"/>
            <a:ext cx="5712541" cy="110522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Q16: select distinct year(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birth_date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 from patients order by year(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birth_date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 ASC;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04195E-F907-B1EE-CF91-9336711BB3EA}"/>
              </a:ext>
            </a:extLst>
          </p:cNvPr>
          <p:cNvSpPr txBox="1"/>
          <p:nvPr/>
        </p:nvSpPr>
        <p:spPr>
          <a:xfrm>
            <a:off x="6336384" y="57574"/>
            <a:ext cx="5785197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16. Show unique birth years from patients and order them by ascending.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1446625-7AE2-C820-5ED5-2E97D60E97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9398"/>
          <a:stretch>
            <a:fillRect/>
          </a:stretch>
        </p:blipFill>
        <p:spPr>
          <a:xfrm>
            <a:off x="127273" y="2092649"/>
            <a:ext cx="4741096" cy="394322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516FD9EF-C58E-C77B-3FC5-A63D6532C6B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191" r="56492"/>
          <a:stretch>
            <a:fillRect/>
          </a:stretch>
        </p:blipFill>
        <p:spPr>
          <a:xfrm>
            <a:off x="7323633" y="2104841"/>
            <a:ext cx="4437567" cy="3918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3366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46F0B-8B04-7D20-7322-0DCD3D590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061F669B-4EC0-430C-0A2E-ADB9779AC9C2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0A46EE6A-DF49-1BFB-D5AB-53AC64FFA19F}"/>
              </a:ext>
            </a:extLst>
          </p:cNvPr>
          <p:cNvSpPr/>
          <p:nvPr/>
        </p:nvSpPr>
        <p:spPr>
          <a:xfrm>
            <a:off x="0" y="829156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Q17: select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group by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having count(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 = 1;</a:t>
            </a:r>
            <a:endParaRPr lang="en-IN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B8B340-6212-F605-8ED7-4691CFB1BA5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1D0D146-C0DA-4DCC-00D5-645DE37E17B2}"/>
              </a:ext>
            </a:extLst>
          </p:cNvPr>
          <p:cNvSpPr txBox="1">
            <a:spLocks/>
          </p:cNvSpPr>
          <p:nvPr/>
        </p:nvSpPr>
        <p:spPr>
          <a:xfrm>
            <a:off x="127273" y="57574"/>
            <a:ext cx="6138687" cy="7848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17. Show unique first names from the patients table which only occurs once in the list.</a:t>
            </a:r>
            <a:endParaRPr lang="en-IN" sz="14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EEB2CB4A-31B7-BD28-9308-9AE19966C52C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E0FA5D1-7E50-56C1-B5DE-FE50CBCCE98E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E0FA5D1-7E50-56C1-B5DE-FE50CBCCE98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1564D978-1423-B6F6-81B8-CC323F7837E9}"/>
              </a:ext>
            </a:extLst>
          </p:cNvPr>
          <p:cNvSpPr/>
          <p:nvPr/>
        </p:nvSpPr>
        <p:spPr>
          <a:xfrm>
            <a:off x="6479461" y="846510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Q18: select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patient_id,first_name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like '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s%s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' and length(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)= 6;</a:t>
            </a:r>
            <a:endParaRPr lang="en-IN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3D3FBC-E93D-7645-DD1D-E6AA06A14CB4}"/>
              </a:ext>
            </a:extLst>
          </p:cNvPr>
          <p:cNvSpPr txBox="1"/>
          <p:nvPr/>
        </p:nvSpPr>
        <p:spPr>
          <a:xfrm>
            <a:off x="6121138" y="37910"/>
            <a:ext cx="6070858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18. Show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patient_id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and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first_name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from patients where their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first_name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start and ends with 's' and is at least 6 characters long.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EE9D06C-C9EE-2C94-17CD-3C6EE0E0DC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4706"/>
          <a:stretch>
            <a:fillRect/>
          </a:stretch>
        </p:blipFill>
        <p:spPr>
          <a:xfrm>
            <a:off x="127273" y="2117501"/>
            <a:ext cx="4741096" cy="391134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1E2942B-CDB3-982A-F3CC-9AA109D1C58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344" r="54885"/>
          <a:stretch>
            <a:fillRect/>
          </a:stretch>
        </p:blipFill>
        <p:spPr>
          <a:xfrm>
            <a:off x="7199420" y="2117502"/>
            <a:ext cx="4561780" cy="3893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416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6BE48A-A8E0-7267-069A-B0331AD7A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CBBAEB9-093A-6C87-0739-8803FAE20BC5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DD1A4EEA-B4DF-62F7-C57C-DA4C638C90FC}"/>
              </a:ext>
            </a:extLst>
          </p:cNvPr>
          <p:cNvSpPr/>
          <p:nvPr/>
        </p:nvSpPr>
        <p:spPr>
          <a:xfrm>
            <a:off x="-96194" y="914632"/>
            <a:ext cx="5712541" cy="95603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Q19: select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p.patient_id,p.first_name,p.last_name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p join admissions a on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p.patient_id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a.patient_id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where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a.diagnosis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'dementia';</a:t>
            </a:r>
            <a:endParaRPr lang="en-IN" sz="14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D96BE3-3CF3-899B-37BF-5C6C8C86545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407B02AC-7C02-4F2E-4B8F-2B9A573352E7}"/>
              </a:ext>
            </a:extLst>
          </p:cNvPr>
          <p:cNvSpPr txBox="1">
            <a:spLocks/>
          </p:cNvSpPr>
          <p:nvPr/>
        </p:nvSpPr>
        <p:spPr>
          <a:xfrm>
            <a:off x="127273" y="57574"/>
            <a:ext cx="6032233" cy="7848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19. Show </a:t>
            </a:r>
            <a:r>
              <a:rPr lang="en-US" sz="1400" dirty="0" err="1"/>
              <a:t>patient_id</a:t>
            </a:r>
            <a:r>
              <a:rPr lang="en-US" sz="1400" dirty="0"/>
              <a:t>, </a:t>
            </a:r>
            <a:r>
              <a:rPr lang="en-US" sz="1400" dirty="0" err="1"/>
              <a:t>first_name</a:t>
            </a:r>
            <a:r>
              <a:rPr lang="en-US" sz="1400" dirty="0"/>
              <a:t>, </a:t>
            </a:r>
            <a:r>
              <a:rPr lang="en-US" sz="1400" dirty="0" err="1"/>
              <a:t>last_name</a:t>
            </a:r>
            <a:r>
              <a:rPr lang="en-US" sz="1400" dirty="0"/>
              <a:t> from patients </a:t>
            </a:r>
            <a:r>
              <a:rPr lang="en-US" sz="1400" dirty="0" err="1"/>
              <a:t>whos</a:t>
            </a:r>
            <a:r>
              <a:rPr lang="en-US" sz="1400" dirty="0"/>
              <a:t> diagnosis is 'Dementia'.   Primary diagnosis is stored in the admissions table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E626432-B03A-F588-B802-4B141C3837E4}"/>
              </a:ext>
            </a:extLst>
          </p:cNvPr>
          <p:cNvSpPr txBox="1">
            <a:spLocks/>
          </p:cNvSpPr>
          <p:nvPr/>
        </p:nvSpPr>
        <p:spPr>
          <a:xfrm>
            <a:off x="151983" y="644757"/>
            <a:ext cx="5720978" cy="784830"/>
          </a:xfrm>
          <a:prstGeom prst="flowChartTerminator">
            <a:avLst/>
          </a:prstGeom>
          <a:scene3d>
            <a:camera prst="obliqueTopRight"/>
            <a:lightRig rig="threePt" dir="t"/>
          </a:scene3d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15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09FB0774-DC5C-4C62-4E2C-DAD7CAD8BC38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B2B5DC4-86F9-A19E-A0F6-19FAD209834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B2B5DC4-86F9-A19E-A0F6-19FAD209834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BE583B04-252B-3476-652E-04ED7EA65902}"/>
              </a:ext>
            </a:extLst>
          </p:cNvPr>
          <p:cNvSpPr/>
          <p:nvPr/>
        </p:nvSpPr>
        <p:spPr>
          <a:xfrm>
            <a:off x="6479461" y="846510"/>
            <a:ext cx="5712541" cy="110227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Q20: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order by length(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),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D930F1-2504-E085-DA0D-9E204D7C2821}"/>
              </a:ext>
            </a:extLst>
          </p:cNvPr>
          <p:cNvSpPr txBox="1"/>
          <p:nvPr/>
        </p:nvSpPr>
        <p:spPr>
          <a:xfrm>
            <a:off x="6121138" y="37910"/>
            <a:ext cx="6070858" cy="73866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20. Display every patient's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first_name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. Order the list by the length of each name and then by </a:t>
            </a:r>
            <a:r>
              <a:rPr lang="en-US" sz="14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alphbetically</a:t>
            </a:r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5A098A6-B3BC-B85B-9D04-BE88E5B6A21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4825" b="4467"/>
          <a:stretch>
            <a:fillRect/>
          </a:stretch>
        </p:blipFill>
        <p:spPr>
          <a:xfrm>
            <a:off x="151981" y="2084894"/>
            <a:ext cx="4716387" cy="39439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AE1B459-7B54-E139-B8FB-C3EA686799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265" r="69248"/>
          <a:stretch>
            <a:fillRect/>
          </a:stretch>
        </p:blipFill>
        <p:spPr>
          <a:xfrm>
            <a:off x="7323634" y="2073644"/>
            <a:ext cx="4437566" cy="3937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67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975BC3-0DC6-4228-8E44-033B1D632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86ED1680-FBCD-751F-6A43-266DA145150E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AABDAF35-3139-82B0-0A51-C1E507AC4BF1}"/>
              </a:ext>
            </a:extLst>
          </p:cNvPr>
          <p:cNvSpPr/>
          <p:nvPr/>
        </p:nvSpPr>
        <p:spPr>
          <a:xfrm>
            <a:off x="0" y="992016"/>
            <a:ext cx="5712541" cy="100784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Q21: SELECT SUM(CASE WHEN gender = 'M' THEN 1 ELSE 0 END) AS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male_count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    SUM(CASE WHEN gender = 'F' THEN 1 ELSE 0 END) AS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female_count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patients;</a:t>
            </a:r>
            <a:endParaRPr lang="en-IN" sz="14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EF621-720F-A4E3-08FC-958B3F8D68B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573B46ED-6C09-7A18-37D3-A550C85A7399}"/>
              </a:ext>
            </a:extLst>
          </p:cNvPr>
          <p:cNvSpPr txBox="1">
            <a:spLocks/>
          </p:cNvSpPr>
          <p:nvPr/>
        </p:nvSpPr>
        <p:spPr>
          <a:xfrm>
            <a:off x="127273" y="57574"/>
            <a:ext cx="6032233" cy="784830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21. Show the total amount of male patients and the total amount of female patients in the patients table. Display the two results in the same row.</a:t>
            </a:r>
            <a:endParaRPr lang="en-IN" sz="14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03D64843-3FBE-ED02-1756-8CA42432BF9F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6655A623-586F-2AEA-6339-763E74B5A43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6655A623-586F-2AEA-6339-763E74B5A43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02DCDC66-B96E-431A-40FC-A4E4CC6512EC}"/>
              </a:ext>
            </a:extLst>
          </p:cNvPr>
          <p:cNvSpPr/>
          <p:nvPr/>
        </p:nvSpPr>
        <p:spPr>
          <a:xfrm>
            <a:off x="6479461" y="992016"/>
            <a:ext cx="5712541" cy="1007847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Q22: SELECT SUM(CASE WHEN gender = 'M' THEN 1 ELSE 0 END)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male_count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    SUM(CASE WHEN gender = 'F' THEN 1 ELSE 0 END)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female_count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1CD70F-4444-65ED-1AC5-26A86011A944}"/>
              </a:ext>
            </a:extLst>
          </p:cNvPr>
          <p:cNvSpPr txBox="1"/>
          <p:nvPr/>
        </p:nvSpPr>
        <p:spPr>
          <a:xfrm>
            <a:off x="6096000" y="37910"/>
            <a:ext cx="6095996" cy="954107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22. Show the total amount of male patients and the total amount of female patients in the patients table. Display the two results in the same row.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9F4180-9E95-261B-57E1-CCDF6E102A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739" b="32117"/>
          <a:stretch>
            <a:fillRect/>
          </a:stretch>
        </p:blipFill>
        <p:spPr>
          <a:xfrm>
            <a:off x="127273" y="2168312"/>
            <a:ext cx="4741096" cy="386052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FE570AF-D84A-B15F-4DAC-AC83BAE5B05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739" b="32117"/>
          <a:stretch>
            <a:fillRect/>
          </a:stretch>
        </p:blipFill>
        <p:spPr>
          <a:xfrm>
            <a:off x="7020104" y="2193508"/>
            <a:ext cx="4741096" cy="3860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66835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7E2D8C-7860-5200-A2FB-4A0C2BF9B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B4D282C7-7601-FFEC-C7F1-16D268BD6D35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4AFFE777-2AA4-4277-24E6-CE040CAE9D61}"/>
              </a:ext>
            </a:extLst>
          </p:cNvPr>
          <p:cNvSpPr/>
          <p:nvPr/>
        </p:nvSpPr>
        <p:spPr>
          <a:xfrm>
            <a:off x="0" y="829156"/>
            <a:ext cx="5712541" cy="1195276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Q23: SELECT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patient_id,diagnosis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admissions GROUP BY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patient_id,diagnosis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HAVING COUNT(*) &gt; 1;</a:t>
            </a:r>
            <a:endParaRPr lang="en-IN" sz="14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25D48D-2BFA-8911-4A04-FEE30A43D47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1CF4D63-5578-CD71-AB49-9881CB377ABF}"/>
              </a:ext>
            </a:extLst>
          </p:cNvPr>
          <p:cNvSpPr txBox="1">
            <a:spLocks/>
          </p:cNvSpPr>
          <p:nvPr/>
        </p:nvSpPr>
        <p:spPr>
          <a:xfrm>
            <a:off x="127273" y="57574"/>
            <a:ext cx="6032233" cy="7207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23. Show </a:t>
            </a:r>
            <a:r>
              <a:rPr lang="en-US" sz="1400" dirty="0" err="1"/>
              <a:t>patient_id</a:t>
            </a:r>
            <a:r>
              <a:rPr lang="en-US" sz="1400" dirty="0"/>
              <a:t>, diagnosis from admissions. Find patients admitted multiple times for the same diagnosis.;</a:t>
            </a:r>
            <a:endParaRPr lang="en-IN" sz="14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9BFA0D23-60E5-7BA4-9012-DD27D03FCC46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4C0A428-E2F1-BED4-4406-3D986F70283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4C0A428-E2F1-BED4-4406-3D986F70283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629ED98E-9AB6-3E63-4585-CB01F066EC64}"/>
              </a:ext>
            </a:extLst>
          </p:cNvPr>
          <p:cNvSpPr/>
          <p:nvPr/>
        </p:nvSpPr>
        <p:spPr>
          <a:xfrm>
            <a:off x="6479461" y="872234"/>
            <a:ext cx="5712541" cy="1169551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Q24: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city,count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(*)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patient_countfrom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patients group by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cityorder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by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desc,city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asc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12D9D5-21A5-1F71-CE57-1E61F81FB0C1}"/>
              </a:ext>
            </a:extLst>
          </p:cNvPr>
          <p:cNvSpPr txBox="1"/>
          <p:nvPr/>
        </p:nvSpPr>
        <p:spPr>
          <a:xfrm>
            <a:off x="6096000" y="37910"/>
            <a:ext cx="6095996" cy="11695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24. Show the city and the total number of patients in the city. Order from most to least patients and then by city name ascending.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7F75E9-079E-7AEE-FCD6-CD54E5BF5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551"/>
          <a:stretch>
            <a:fillRect/>
          </a:stretch>
        </p:blipFill>
        <p:spPr>
          <a:xfrm>
            <a:off x="116019" y="2265944"/>
            <a:ext cx="4752350" cy="37629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CA138B3-6873-8777-5EF7-1BCEA5ED253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40311"/>
          <a:stretch>
            <a:fillRect/>
          </a:stretch>
        </p:blipFill>
        <p:spPr>
          <a:xfrm>
            <a:off x="7082283" y="2255396"/>
            <a:ext cx="4993698" cy="376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726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F2FD2-462E-7FD1-8017-196EDD564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47C0ACDE-382F-E97C-0CEC-21704B9B55A4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E70EEED9-F211-9E44-FB9E-64675D51B295}"/>
              </a:ext>
            </a:extLst>
          </p:cNvPr>
          <p:cNvSpPr/>
          <p:nvPr/>
        </p:nvSpPr>
        <p:spPr>
          <a:xfrm>
            <a:off x="0" y="829156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A140AE-FE7E-204F-76C2-294631E0EA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B119E6A0-EEC3-5E5A-A9E5-0873B75B543E}"/>
              </a:ext>
            </a:extLst>
          </p:cNvPr>
          <p:cNvSpPr txBox="1">
            <a:spLocks/>
          </p:cNvSpPr>
          <p:nvPr/>
        </p:nvSpPr>
        <p:spPr>
          <a:xfrm>
            <a:off x="127273" y="47742"/>
            <a:ext cx="6032233" cy="7207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25. Show first name, last name and role of every person that is either patient or doctor. The roles are either "Patient" or "Doctor"</a:t>
            </a:r>
            <a:endParaRPr lang="en-IN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243C4ADC-7795-8790-91CE-34D961BCEE10}"/>
              </a:ext>
            </a:extLst>
          </p:cNvPr>
          <p:cNvSpPr txBox="1">
            <a:spLocks/>
          </p:cNvSpPr>
          <p:nvPr/>
        </p:nvSpPr>
        <p:spPr>
          <a:xfrm>
            <a:off x="-88647" y="778346"/>
            <a:ext cx="5889834" cy="956039"/>
          </a:xfrm>
          <a:prstGeom prst="flowChartTerminator">
            <a:avLst/>
          </a:prstGeom>
          <a:scene3d>
            <a:camera prst="obliqueTopRight"/>
            <a:lightRig rig="threePt" dir="t"/>
          </a:scene3d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Q25: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'Doctor'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roleFROM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doctorsUNION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ALLSELECT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'Patient' AS role FROM patients;</a:t>
            </a:r>
            <a:endParaRPr lang="en-IN" sz="15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055484A3-7B0E-E455-97C6-0D8598E6877E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1806AAC-C5E8-E7BB-21F7-68AD2DAED24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1806AAC-C5E8-E7BB-21F7-68AD2DAED24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7AC5F0C2-0F93-72B8-705D-E404894052A5}"/>
              </a:ext>
            </a:extLst>
          </p:cNvPr>
          <p:cNvSpPr/>
          <p:nvPr/>
        </p:nvSpPr>
        <p:spPr>
          <a:xfrm>
            <a:off x="6479461" y="846510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Q26: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allergies,COUNT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(*)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allergy_count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allergies IS NOT NULLGROUP BY allergies ORDER BY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allergy_count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DESC;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4647DC-6B8C-7E53-8A37-EE2F643A11C1}"/>
              </a:ext>
            </a:extLst>
          </p:cNvPr>
          <p:cNvSpPr txBox="1"/>
          <p:nvPr/>
        </p:nvSpPr>
        <p:spPr>
          <a:xfrm>
            <a:off x="6096000" y="28078"/>
            <a:ext cx="6095996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26. Show all allergies ordered by popularity. Remove NULL values from query.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48F14AD-C6DA-EB85-FDCA-26ACEC4AF8D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8854"/>
          <a:stretch>
            <a:fillRect/>
          </a:stretch>
        </p:blipFill>
        <p:spPr>
          <a:xfrm>
            <a:off x="97620" y="2100149"/>
            <a:ext cx="4734657" cy="392869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4B40D3B1-D078-A46A-6285-406E547D20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9474" y="2097760"/>
            <a:ext cx="4574206" cy="393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691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B4D6F-D821-253E-C21D-B7BE6C058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94461134-B1A9-7779-8C67-7570064215AC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9DE923DB-7258-0BB5-EA37-6B2BBB0B54B5}"/>
              </a:ext>
            </a:extLst>
          </p:cNvPr>
          <p:cNvSpPr/>
          <p:nvPr/>
        </p:nvSpPr>
        <p:spPr>
          <a:xfrm>
            <a:off x="0" y="1016985"/>
            <a:ext cx="5712541" cy="1068770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Q27: SELECT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first_name,last_name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   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birth_date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birth_date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BETWEEN '1970-01-01’ AND '1979-12-31'ORDER BY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birth_date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ASC;</a:t>
            </a:r>
            <a:endParaRPr lang="en-IN" sz="14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41FCC-56B4-DA26-F4D6-1D46EA745CB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27FFE514-8DC0-A264-401E-4BA03697959F}"/>
              </a:ext>
            </a:extLst>
          </p:cNvPr>
          <p:cNvSpPr txBox="1">
            <a:spLocks/>
          </p:cNvSpPr>
          <p:nvPr/>
        </p:nvSpPr>
        <p:spPr>
          <a:xfrm>
            <a:off x="127273" y="47742"/>
            <a:ext cx="6032233" cy="7207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27. Show all patient's </a:t>
            </a:r>
            <a:r>
              <a:rPr lang="en-US" sz="1400" dirty="0" err="1"/>
              <a:t>first_name</a:t>
            </a:r>
            <a:r>
              <a:rPr lang="en-US" sz="1400" dirty="0"/>
              <a:t>, </a:t>
            </a:r>
            <a:r>
              <a:rPr lang="en-US" sz="1400" dirty="0" err="1"/>
              <a:t>last_name</a:t>
            </a:r>
            <a:r>
              <a:rPr lang="en-US" sz="1400" dirty="0"/>
              <a:t>, and </a:t>
            </a:r>
            <a:r>
              <a:rPr lang="en-US" sz="1400" dirty="0" err="1"/>
              <a:t>birth_date</a:t>
            </a:r>
            <a:r>
              <a:rPr lang="en-US" sz="1400" dirty="0"/>
              <a:t> who were born in the 1970s decade. Sort the list starting from the earliest </a:t>
            </a:r>
            <a:r>
              <a:rPr lang="en-US" sz="1400" dirty="0" err="1"/>
              <a:t>birth_date</a:t>
            </a:r>
            <a:r>
              <a:rPr lang="en-US" sz="1400" dirty="0"/>
              <a:t>.</a:t>
            </a:r>
            <a:endParaRPr lang="en-IN" sz="14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DEB18DB3-543A-BCA8-763A-71A3AFAA99C3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F08AC4A-F42A-564F-6474-9FB26487554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AF08AC4A-F42A-564F-6474-9FB26487554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F30CC4A3-04F3-5BF5-D7FE-C354D4FC0497}"/>
              </a:ext>
            </a:extLst>
          </p:cNvPr>
          <p:cNvSpPr/>
          <p:nvPr/>
        </p:nvSpPr>
        <p:spPr>
          <a:xfrm>
            <a:off x="6479461" y="1070370"/>
            <a:ext cx="5712541" cy="101538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Q28: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concat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(upper(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),',', lower(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))as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full_name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order by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desc;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977D62-9971-FABA-79B8-BB93E4B9D9DD}"/>
              </a:ext>
            </a:extLst>
          </p:cNvPr>
          <p:cNvSpPr txBox="1"/>
          <p:nvPr/>
        </p:nvSpPr>
        <p:spPr>
          <a:xfrm>
            <a:off x="6070863" y="-11250"/>
            <a:ext cx="6121133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1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28. We want to display each patient's full name in a single column. Their </a:t>
            </a:r>
            <a:r>
              <a:rPr lang="en-US" sz="11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last_name</a:t>
            </a:r>
            <a:r>
              <a:rPr lang="en-US" sz="11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in all upper letters must appear first, then </a:t>
            </a:r>
            <a:r>
              <a:rPr lang="en-US" sz="11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first_name</a:t>
            </a:r>
            <a:r>
              <a:rPr lang="en-US" sz="11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in all lower case letters. Separate the </a:t>
            </a:r>
            <a:r>
              <a:rPr lang="en-US" sz="11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last_name</a:t>
            </a:r>
            <a:r>
              <a:rPr lang="en-US" sz="11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and </a:t>
            </a:r>
            <a:r>
              <a:rPr lang="en-US" sz="11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first_name</a:t>
            </a:r>
            <a:r>
              <a:rPr lang="en-US" sz="11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with a comma. Order the list by the </a:t>
            </a:r>
            <a:r>
              <a:rPr lang="en-US" sz="11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first_name</a:t>
            </a:r>
            <a:r>
              <a:rPr lang="en-US" sz="11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in </a:t>
            </a:r>
            <a:r>
              <a:rPr lang="en-US" sz="11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decending</a:t>
            </a:r>
            <a:r>
              <a:rPr lang="en-US" sz="11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 order</a:t>
            </a:r>
            <a:endParaRPr lang="en-IN" sz="11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B4149BD-8E1C-557D-3204-8FFEFEFF54E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273" y="2259749"/>
            <a:ext cx="4741095" cy="376909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FACF1CF-8A72-974F-1C67-35FD7550869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3999"/>
          <a:stretch>
            <a:fillRect/>
          </a:stretch>
        </p:blipFill>
        <p:spPr>
          <a:xfrm>
            <a:off x="7323635" y="2259749"/>
            <a:ext cx="4437566" cy="3769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0809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E5992-A0B6-770B-5472-88DDD1CEF8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F68C7B41-6192-100A-B2BB-990D9138E680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1C0FF724-AD41-8DA0-8879-524242418E2A}"/>
              </a:ext>
            </a:extLst>
          </p:cNvPr>
          <p:cNvSpPr/>
          <p:nvPr/>
        </p:nvSpPr>
        <p:spPr>
          <a:xfrm>
            <a:off x="0" y="829156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A92E97-AE60-567E-2F37-6BD5FEBB67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4F0977D-1208-C672-1EC9-77C90CE7AF73}"/>
              </a:ext>
            </a:extLst>
          </p:cNvPr>
          <p:cNvSpPr txBox="1">
            <a:spLocks/>
          </p:cNvSpPr>
          <p:nvPr/>
        </p:nvSpPr>
        <p:spPr>
          <a:xfrm>
            <a:off x="127273" y="47742"/>
            <a:ext cx="6032233" cy="7207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29. Show the </a:t>
            </a:r>
            <a:r>
              <a:rPr lang="en-US" sz="1400" dirty="0" err="1"/>
              <a:t>province_id</a:t>
            </a:r>
            <a:r>
              <a:rPr lang="en-US" sz="1400" dirty="0"/>
              <a:t>(s), sum of height; where the total sum of its patient's height is greater than or equal to 7,000.</a:t>
            </a:r>
            <a:endParaRPr lang="en-IN" sz="140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5B598D5-DEC2-E4A3-F8E4-4FB04746B103}"/>
              </a:ext>
            </a:extLst>
          </p:cNvPr>
          <p:cNvSpPr txBox="1">
            <a:spLocks/>
          </p:cNvSpPr>
          <p:nvPr/>
        </p:nvSpPr>
        <p:spPr>
          <a:xfrm>
            <a:off x="-88647" y="778346"/>
            <a:ext cx="5889834" cy="956039"/>
          </a:xfrm>
          <a:prstGeom prst="flowChartTerminator">
            <a:avLst/>
          </a:prstGeom>
          <a:scene3d>
            <a:camera prst="obliqueTopRight"/>
            <a:lightRig rig="threePt" dir="t"/>
          </a:scene3d>
        </p:spPr>
        <p:txBody>
          <a:bodyPr>
            <a:no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800"/>
              </a:spcAft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500"/>
              </a:spcBef>
              <a:buSzPct val="75000"/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Q29: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province_id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sum(height)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astotal_height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group by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province_id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having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total_height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&gt;= 7000;</a:t>
            </a:r>
            <a:endParaRPr lang="en-IN" sz="15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4E3EC586-29A1-BAFC-67C6-13923E721175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3D36DB7-A083-CB51-50A4-D579048A353D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B3D36DB7-A083-CB51-50A4-D579048A353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4BF5B168-E368-B364-D238-DE83FB84FBFF}"/>
              </a:ext>
            </a:extLst>
          </p:cNvPr>
          <p:cNvSpPr/>
          <p:nvPr/>
        </p:nvSpPr>
        <p:spPr>
          <a:xfrm>
            <a:off x="6479461" y="846510"/>
            <a:ext cx="5712541" cy="956039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Q30: select (max(weight) - min(weight))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weight_difference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where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last_name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'Maroni';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E2EE4E-55C9-E2A5-5F2A-7417888BFCD1}"/>
              </a:ext>
            </a:extLst>
          </p:cNvPr>
          <p:cNvSpPr txBox="1"/>
          <p:nvPr/>
        </p:nvSpPr>
        <p:spPr>
          <a:xfrm>
            <a:off x="6096000" y="28078"/>
            <a:ext cx="6095996" cy="80021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4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30. Show the difference between the largest weight and smallest weight for patients with the last name 'Maroni</a:t>
            </a:r>
            <a:r>
              <a:rPr lang="en-US" dirty="0"/>
              <a:t>'</a:t>
            </a:r>
            <a:endParaRPr lang="en-IN" sz="14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08ECCA-32B3-F241-57B4-9296426796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1782"/>
          <a:stretch>
            <a:fillRect/>
          </a:stretch>
        </p:blipFill>
        <p:spPr>
          <a:xfrm>
            <a:off x="127273" y="2168312"/>
            <a:ext cx="4741096" cy="35881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E668287-FC35-18EA-8F59-0F5E7A9454A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0195" r="25445"/>
          <a:stretch>
            <a:fillRect/>
          </a:stretch>
        </p:blipFill>
        <p:spPr>
          <a:xfrm>
            <a:off x="7371186" y="2168309"/>
            <a:ext cx="4390013" cy="358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7256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DAA4-9238-9FC4-1A48-C1ACC5D45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6F203373-859F-F623-C780-3AEB0BD66C1A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A1CBF8E9-D9B1-AE32-CC16-399247445999}"/>
              </a:ext>
            </a:extLst>
          </p:cNvPr>
          <p:cNvSpPr/>
          <p:nvPr/>
        </p:nvSpPr>
        <p:spPr>
          <a:xfrm>
            <a:off x="-79514" y="934998"/>
            <a:ext cx="5712541" cy="1037481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Q31: select day(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admission_date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) as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day_number,count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(*) as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number_of_admissions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admissions group by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day_number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order </a:t>
            </a:r>
            <a:r>
              <a:rPr lang="en-US" sz="14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bynumber_of_admissions</a:t>
            </a:r>
            <a:r>
              <a:rPr lang="en-US" sz="14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desc;</a:t>
            </a:r>
            <a:endParaRPr lang="en-IN" sz="1400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1925AE-A5A0-2818-A5A2-C41F3515C2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95323AB9-15C7-4625-A01D-181F467C6B28}"/>
              </a:ext>
            </a:extLst>
          </p:cNvPr>
          <p:cNvSpPr txBox="1">
            <a:spLocks/>
          </p:cNvSpPr>
          <p:nvPr/>
        </p:nvSpPr>
        <p:spPr>
          <a:xfrm>
            <a:off x="127273" y="47742"/>
            <a:ext cx="6032233" cy="7207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400" dirty="0"/>
              <a:t>31. Show all of the days of the month (1-31) and how many </a:t>
            </a:r>
            <a:r>
              <a:rPr lang="en-US" sz="1400" dirty="0" err="1"/>
              <a:t>admission_dates</a:t>
            </a:r>
            <a:r>
              <a:rPr lang="en-US" sz="1400" dirty="0"/>
              <a:t> occurred on that day. Sort by the day with most admissions to least admissions.</a:t>
            </a:r>
            <a:endParaRPr lang="en-IN" sz="14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92BCEC61-A123-9CA1-214F-35C06B8EAD8F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9FA7EA7D-9D56-807F-E4A4-BC02A7F49A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9FA7EA7D-9D56-807F-E4A4-BC02A7F49AD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DA417732-FDB0-AE30-3E4D-A47B3DA7389A}"/>
              </a:ext>
            </a:extLst>
          </p:cNvPr>
          <p:cNvSpPr/>
          <p:nvPr/>
        </p:nvSpPr>
        <p:spPr>
          <a:xfrm>
            <a:off x="6440128" y="981845"/>
            <a:ext cx="5712541" cy="101793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Q32: SELECT (FLOOR(weight / 10) * 10)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weight_group,COUNT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(*) AS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patient_countFROM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patientsGROUP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BY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weight_groupORDER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BY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weight_group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DESC;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A04227-0F7A-A7FF-DFF3-08B9EDE297F1}"/>
              </a:ext>
            </a:extLst>
          </p:cNvPr>
          <p:cNvSpPr txBox="1"/>
          <p:nvPr/>
        </p:nvSpPr>
        <p:spPr>
          <a:xfrm>
            <a:off x="6095999" y="28078"/>
            <a:ext cx="640080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2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32. Show the total amount of patients in each weight group. Order the list by the weight group </a:t>
            </a:r>
            <a:r>
              <a:rPr lang="en-US" sz="12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decending</a:t>
            </a:r>
            <a:r>
              <a:rPr lang="en-US" sz="12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. e.g. if they weight 100 to 109 they are placed in the 100 weight group, 110-119 = 110 weight group,</a:t>
            </a:r>
            <a:endParaRPr lang="en-IN" sz="12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B9D153C-CEDD-D165-63A2-27D7E61EEAD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28620" b="5073"/>
          <a:stretch>
            <a:fillRect/>
          </a:stretch>
        </p:blipFill>
        <p:spPr>
          <a:xfrm>
            <a:off x="232028" y="2117502"/>
            <a:ext cx="4636341" cy="396215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A0171ED-D52A-0A64-66B4-7EEDC7FD29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630" y="2117502"/>
            <a:ext cx="4636341" cy="396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3021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FB957-591A-419E-8F2C-6B9171CD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val 13">
            <a:extLst>
              <a:ext uri="{FF2B5EF4-FFF2-40B4-BE49-F238E27FC236}">
                <a16:creationId xmlns:a16="http://schemas.microsoft.com/office/drawing/2014/main" id="{5C4528B6-E660-9007-8F8E-0B73F6BE03D4}"/>
              </a:ext>
            </a:extLst>
          </p:cNvPr>
          <p:cNvSpPr/>
          <p:nvPr/>
        </p:nvSpPr>
        <p:spPr>
          <a:xfrm>
            <a:off x="4940553" y="2601798"/>
            <a:ext cx="2069547" cy="2620640"/>
          </a:xfrm>
          <a:prstGeom prst="ellipse">
            <a:avLst/>
          </a:prstGeom>
          <a:solidFill>
            <a:schemeClr val="accent6">
              <a:alpha val="52000"/>
            </a:schemeClr>
          </a:soli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p:sp>
        <p:nvSpPr>
          <p:cNvPr id="12" name="Flowchart: Terminator 11">
            <a:extLst>
              <a:ext uri="{FF2B5EF4-FFF2-40B4-BE49-F238E27FC236}">
                <a16:creationId xmlns:a16="http://schemas.microsoft.com/office/drawing/2014/main" id="{3A77CAB0-E1B8-76F3-22A8-1C2BB6078C9B}"/>
              </a:ext>
            </a:extLst>
          </p:cNvPr>
          <p:cNvSpPr/>
          <p:nvPr/>
        </p:nvSpPr>
        <p:spPr>
          <a:xfrm>
            <a:off x="-1" y="1084479"/>
            <a:ext cx="5712541" cy="1372295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Q33: SELECT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patient_id,weight,height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CASE WHEN weight / POWER(height / 100.0, 2) &gt;= 30 THEN 1 ELSE 0 END AS </a:t>
            </a:r>
            <a:r>
              <a:rPr lang="en-US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isObese</a:t>
            </a:r>
            <a:r>
              <a:rPr lang="en-US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patients;</a:t>
            </a:r>
            <a:endParaRPr lang="en-IN" dirty="0">
              <a:solidFill>
                <a:schemeClr val="tx2"/>
              </a:solidFill>
              <a:latin typeface="Cascadia Code SemiBold" panose="020B0609020000020004" pitchFamily="49" charset="0"/>
              <a:ea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3A013E-AB5B-1FF6-2718-8FE4BA30F3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0917936" y="6385422"/>
            <a:ext cx="843264" cy="288000"/>
          </a:xfrm>
        </p:spPr>
        <p:txBody>
          <a:bodyPr/>
          <a:lstStyle/>
          <a:p>
            <a:fld id="{B67B645E-C5E5-4727-B977-D372A0AA71D9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C3FF7632-017D-F2C8-4FB0-E80043B94724}"/>
              </a:ext>
            </a:extLst>
          </p:cNvPr>
          <p:cNvSpPr txBox="1">
            <a:spLocks/>
          </p:cNvSpPr>
          <p:nvPr/>
        </p:nvSpPr>
        <p:spPr>
          <a:xfrm>
            <a:off x="127273" y="47742"/>
            <a:ext cx="6032233" cy="720771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0" tIns="0" rIns="0" bIns="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ZA" sz="2000" b="1" kern="1200" cap="all" spc="30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200" dirty="0"/>
              <a:t>33. Show </a:t>
            </a:r>
            <a:r>
              <a:rPr lang="en-US" sz="1200" dirty="0" err="1"/>
              <a:t>patient_id</a:t>
            </a:r>
            <a:r>
              <a:rPr lang="en-US" sz="1200" dirty="0"/>
              <a:t>, weight, height, </a:t>
            </a:r>
            <a:r>
              <a:rPr lang="en-US" sz="1200" dirty="0" err="1"/>
              <a:t>isObese</a:t>
            </a:r>
            <a:r>
              <a:rPr lang="en-US" sz="1200" dirty="0"/>
              <a:t> from the patients table. Display </a:t>
            </a:r>
            <a:r>
              <a:rPr lang="en-US" sz="1200" dirty="0" err="1"/>
              <a:t>isObese</a:t>
            </a:r>
            <a:r>
              <a:rPr lang="en-US" sz="1200" dirty="0"/>
              <a:t> as a </a:t>
            </a:r>
            <a:r>
              <a:rPr lang="en-US" sz="1200" dirty="0" err="1"/>
              <a:t>boolean</a:t>
            </a:r>
            <a:r>
              <a:rPr lang="en-US" sz="1200" dirty="0"/>
              <a:t> 0 or 1. Obese is defined as weight(kg)/(height(m). Weight is in units kg. Height is in units cm.</a:t>
            </a:r>
            <a:endParaRPr lang="en-IN" sz="1200" dirty="0"/>
          </a:p>
        </p:txBody>
      </p:sp>
      <p:sp>
        <p:nvSpPr>
          <p:cNvPr id="10" name="Half Frame 9">
            <a:extLst>
              <a:ext uri="{FF2B5EF4-FFF2-40B4-BE49-F238E27FC236}">
                <a16:creationId xmlns:a16="http://schemas.microsoft.com/office/drawing/2014/main" id="{E3449988-AEB4-711B-DA10-ED6429C03446}"/>
              </a:ext>
            </a:extLst>
          </p:cNvPr>
          <p:cNvSpPr/>
          <p:nvPr/>
        </p:nvSpPr>
        <p:spPr>
          <a:xfrm rot="10800000">
            <a:off x="9893402" y="6202837"/>
            <a:ext cx="1018095" cy="655163"/>
          </a:xfrm>
          <a:prstGeom prst="halfFrame">
            <a:avLst/>
          </a:prstGeom>
          <a:gradFill flip="none" rotWithShape="1">
            <a:gsLst>
              <a:gs pos="18000">
                <a:schemeClr val="accent1">
                  <a:lumMod val="5000"/>
                  <a:lumOff val="95000"/>
                </a:schemeClr>
              </a:gs>
              <a:gs pos="100000">
                <a:schemeClr val="accent3">
                  <a:alpha val="71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lt1"/>
              </a:solidFill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F2E11CC2-5480-7CC2-3534-7679185141A0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68369" y="2891845"/>
              <a:ext cx="2071153" cy="2052152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2071153" cy="2052152"/>
                    </a:xfrm>
                    <a:prstGeom prst="rect">
                      <a:avLst/>
                    </a:prstGeom>
                  </am3d:spPr>
                  <am3d:camera>
                    <am3d:pos x="0" y="0" z="75336453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129697" d="1000000"/>
                    <am3d:preTrans dx="1147748" dy="-16466351" dz="-955141"/>
                    <am3d:scale>
                      <am3d:sx n="1000000" d="1000000"/>
                      <am3d:sy n="1000000" d="1000000"/>
                      <am3d:sz n="1000000" d="1000000"/>
                    </am3d:scale>
                    <am3d:rot ax="2393143" ay="-1837396" az="-1383575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3078227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1" name="3D Model 10" descr="Cloud Database">
                <a:extLst>
                  <a:ext uri="{FF2B5EF4-FFF2-40B4-BE49-F238E27FC236}">
                    <a16:creationId xmlns:a16="http://schemas.microsoft.com/office/drawing/2014/main" id="{F2E11CC2-5480-7CC2-3534-7679185141A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868369" y="2891845"/>
                <a:ext cx="2071153" cy="2052152"/>
              </a:xfrm>
              <a:prstGeom prst="rect">
                <a:avLst/>
              </a:prstGeom>
            </p:spPr>
          </p:pic>
        </mc:Fallback>
      </mc:AlternateContent>
      <p:sp>
        <p:nvSpPr>
          <p:cNvPr id="2" name="Flowchart: Terminator 1">
            <a:extLst>
              <a:ext uri="{FF2B5EF4-FFF2-40B4-BE49-F238E27FC236}">
                <a16:creationId xmlns:a16="http://schemas.microsoft.com/office/drawing/2014/main" id="{B5BD173F-51B1-2A05-2BF0-1284E0C9C419}"/>
              </a:ext>
            </a:extLst>
          </p:cNvPr>
          <p:cNvSpPr/>
          <p:nvPr/>
        </p:nvSpPr>
        <p:spPr>
          <a:xfrm>
            <a:off x="6479461" y="1043742"/>
            <a:ext cx="5712541" cy="1476558"/>
          </a:xfrm>
          <a:prstGeom prst="flowChartTerminator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330200" dist="304800" dir="5400000" algn="t" rotWithShape="0">
              <a:prstClr val="black">
                <a:alpha val="39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-- Q34: SELECT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p.patient_id,p.first_name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, 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p.last_name,d.specialty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FROM patients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pJOIN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admissions a ON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p.patient_id,a.patient_id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JOIN doctors d ON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a.attending_doctor_id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d.doctor_id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WHERE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a.diagnosis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'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Epilepsy'AND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500" dirty="0" err="1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d.first_name</a:t>
            </a:r>
            <a:r>
              <a:rPr lang="en-US" sz="1500" dirty="0">
                <a:solidFill>
                  <a:schemeClr val="tx2"/>
                </a:solidFill>
                <a:latin typeface="Cascadia Code SemiBold" panose="020B0609020000020004" pitchFamily="49" charset="0"/>
                <a:ea typeface="Cascadia Code SemiBold" panose="020B0609020000020004" pitchFamily="49" charset="0"/>
                <a:cs typeface="Cascadia Code SemiBold" panose="020B0609020000020004" pitchFamily="49" charset="0"/>
              </a:rPr>
              <a:t> = 'Lisa';</a:t>
            </a:r>
            <a:endParaRPr lang="en-IN" sz="1500" dirty="0">
              <a:solidFill>
                <a:schemeClr val="l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45562E-F452-F642-D5A4-E162B0ADFD5E}"/>
              </a:ext>
            </a:extLst>
          </p:cNvPr>
          <p:cNvSpPr txBox="1"/>
          <p:nvPr/>
        </p:nvSpPr>
        <p:spPr>
          <a:xfrm>
            <a:off x="6095999" y="28078"/>
            <a:ext cx="6400801" cy="1015663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>
              <a:defRPr/>
            </a:lvl1pPr>
          </a:lstStyle>
          <a:p>
            <a:r>
              <a:rPr lang="en-US" sz="12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34. Show </a:t>
            </a:r>
            <a:r>
              <a:rPr lang="en-US" sz="12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patient_id</a:t>
            </a:r>
            <a:r>
              <a:rPr lang="en-US" sz="12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2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first_name</a:t>
            </a:r>
            <a:r>
              <a:rPr lang="en-US" sz="12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, </a:t>
            </a:r>
            <a:r>
              <a:rPr lang="en-US" sz="1200" b="1" cap="all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last_name</a:t>
            </a:r>
            <a:r>
              <a:rPr lang="en-US" sz="1200" b="1" cap="all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, and attending doctor's specialty. Show only the patients who has a diagnosis as 'Epilepsy' and the doctor's first name is 'Lisa'. Check patients, admissions, and doctors tables</a:t>
            </a:r>
            <a:endParaRPr lang="en-IN" sz="1200" b="1" cap="all" spc="300" dirty="0">
              <a:solidFill>
                <a:schemeClr val="tx1">
                  <a:lumMod val="85000"/>
                  <a:lumOff val="15000"/>
                </a:schemeClr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DD2254-0E9D-1ED6-62DA-51C1CFA5E2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35930" b="4797"/>
          <a:stretch>
            <a:fillRect/>
          </a:stretch>
        </p:blipFill>
        <p:spPr>
          <a:xfrm>
            <a:off x="165193" y="2601798"/>
            <a:ext cx="4565418" cy="3840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69DBF6B-1A16-2802-CBEF-C14C08290C5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0732"/>
          <a:stretch>
            <a:fillRect/>
          </a:stretch>
        </p:blipFill>
        <p:spPr>
          <a:xfrm>
            <a:off x="7226481" y="2623719"/>
            <a:ext cx="4565418" cy="3840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278847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egoe UI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8000">
              <a:schemeClr val="accent1">
                <a:lumMod val="5000"/>
                <a:lumOff val="95000"/>
              </a:schemeClr>
            </a:gs>
            <a:gs pos="100000">
              <a:schemeClr val="accent3">
                <a:alpha val="71000"/>
              </a:schemeClr>
            </a:gs>
          </a:gsLst>
          <a:path path="circle">
            <a:fillToRect l="100000" b="100000"/>
          </a:path>
          <a:tileRect t="-100000" r="-100000"/>
        </a:gradFill>
        <a:ln>
          <a:noFill/>
        </a:ln>
        <a:effectLst>
          <a:outerShdw blurRad="330200" dist="304800" dir="5400000" algn="t" rotWithShape="0">
            <a:prstClr val="black">
              <a:alpha val="39000"/>
            </a:prstClr>
          </a:outerShdw>
        </a:effectLst>
      </a:spPr>
      <a:bodyPr rtlCol="0" anchor="ctr"/>
      <a:lstStyle>
        <a:defPPr algn="ctr">
          <a:defRPr>
            <a:solidFill>
              <a:schemeClr val="lt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66835393_win32_SD_v3" id="{4170EB69-3ACE-4C18-BE4C-C6CBD8BF8A79}" vid="{8A480AB3-AE5D-4813-AA67-ADACC5EA6C30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9" ma:contentTypeDescription="Create a new document." ma:contentTypeScope="" ma:versionID="6a914531ae0f23be31da2eba1f3b42a9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ae00154c9e66547f022c4923f88826d6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47F30-5811-40C0-99EC-CF53200590BE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55E72E99-0076-433E-AD3A-575A11FAB73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8837B91-4329-4308-94DA-BB811B5F309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Corporate colors presentation</Template>
  <TotalTime>396</TotalTime>
  <Words>1880</Words>
  <Application>Microsoft Office PowerPoint</Application>
  <PresentationFormat>Widescreen</PresentationFormat>
  <Paragraphs>88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6" baseType="lpstr">
      <vt:lpstr>Arial</vt:lpstr>
      <vt:lpstr>Calibri</vt:lpstr>
      <vt:lpstr>Calibri Light</vt:lpstr>
      <vt:lpstr>Cascadia Code SemiBold</vt:lpstr>
      <vt:lpstr>Consolas</vt:lpstr>
      <vt:lpstr>Segoe UI</vt:lpstr>
      <vt:lpstr>Custom</vt:lpstr>
      <vt:lpstr>Custom Design</vt:lpstr>
      <vt:lpstr>By patel meet sql project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Manndeep Patel</dc:creator>
  <cp:lastModifiedBy>meetpatel73176@outlook.com</cp:lastModifiedBy>
  <cp:revision>23</cp:revision>
  <dcterms:created xsi:type="dcterms:W3CDTF">2026-01-26T16:03:37Z</dcterms:created>
  <dcterms:modified xsi:type="dcterms:W3CDTF">2026-02-23T10:59:43Z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